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Catamaran"/>
      <p:regular r:id="rId26"/>
      <p:bold r:id="rId27"/>
    </p:embeddedFont>
    <p:embeddedFont>
      <p:font typeface="Sor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jhHrwa/DYx4PUoCNf1TFRfDvYz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B4BF0C-0EE5-4B25-A8BD-BB0CFB9E0B09}">
  <a:tblStyle styleId="{A6B4BF0C-0EE5-4B25-A8BD-BB0CFB9E0B0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aleway-regular.fntdata"/><Relationship Id="rId21" Type="http://schemas.openxmlformats.org/officeDocument/2006/relationships/slide" Target="slides/slide14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Catamaran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Sora-regular.fntdata"/><Relationship Id="rId27" Type="http://schemas.openxmlformats.org/officeDocument/2006/relationships/font" Target="fonts/Catamaran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r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39451ebeca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g339451ebec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d9969011a9_1_5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1" name="Google Shape;1381;g2d9969011a9_1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8" name="Google Shape;14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1" name="Google Shape;15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8" name="Google Shape;15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9" name="Google Shape;15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5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45"/>
          <p:cNvSpPr txBox="1"/>
          <p:nvPr>
            <p:ph type="ctrTitle"/>
          </p:nvPr>
        </p:nvSpPr>
        <p:spPr>
          <a:xfrm>
            <a:off x="713150" y="534125"/>
            <a:ext cx="7020000" cy="16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1" name="Google Shape;11;p45"/>
          <p:cNvSpPr txBox="1"/>
          <p:nvPr>
            <p:ph idx="1" type="subTitle"/>
          </p:nvPr>
        </p:nvSpPr>
        <p:spPr>
          <a:xfrm>
            <a:off x="713200" y="2195225"/>
            <a:ext cx="70200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2" type="title"/>
          </p:nvPr>
        </p:nvSpPr>
        <p:spPr>
          <a:xfrm>
            <a:off x="1648288" y="14281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6"/>
          <p:cNvSpPr txBox="1"/>
          <p:nvPr>
            <p:ph idx="3" type="title"/>
          </p:nvPr>
        </p:nvSpPr>
        <p:spPr>
          <a:xfrm>
            <a:off x="4904213" y="14281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" type="subTitle"/>
          </p:nvPr>
        </p:nvSpPr>
        <p:spPr>
          <a:xfrm>
            <a:off x="1648289" y="21133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4" type="subTitle"/>
          </p:nvPr>
        </p:nvSpPr>
        <p:spPr>
          <a:xfrm>
            <a:off x="4904214" y="21133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5" type="title"/>
          </p:nvPr>
        </p:nvSpPr>
        <p:spPr>
          <a:xfrm>
            <a:off x="1648288" y="29526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6" type="title"/>
          </p:nvPr>
        </p:nvSpPr>
        <p:spPr>
          <a:xfrm>
            <a:off x="4904213" y="29526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7" type="subTitle"/>
          </p:nvPr>
        </p:nvSpPr>
        <p:spPr>
          <a:xfrm>
            <a:off x="1648312" y="36378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8" type="subTitle"/>
          </p:nvPr>
        </p:nvSpPr>
        <p:spPr>
          <a:xfrm>
            <a:off x="4904218" y="36378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9" type="title"/>
          </p:nvPr>
        </p:nvSpPr>
        <p:spPr>
          <a:xfrm>
            <a:off x="719988" y="15203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3" name="Google Shape;23;p46"/>
          <p:cNvSpPr txBox="1"/>
          <p:nvPr>
            <p:ph idx="13" type="title"/>
          </p:nvPr>
        </p:nvSpPr>
        <p:spPr>
          <a:xfrm>
            <a:off x="719988" y="3044876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4" name="Google Shape;24;p46"/>
          <p:cNvSpPr txBox="1"/>
          <p:nvPr>
            <p:ph idx="14" type="title"/>
          </p:nvPr>
        </p:nvSpPr>
        <p:spPr>
          <a:xfrm>
            <a:off x="3976038" y="15203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5" name="Google Shape;25;p46"/>
          <p:cNvSpPr txBox="1"/>
          <p:nvPr>
            <p:ph idx="15" type="title"/>
          </p:nvPr>
        </p:nvSpPr>
        <p:spPr>
          <a:xfrm>
            <a:off x="3976038" y="3044876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6" name="Google Shape;26;p46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713150" y="2106525"/>
            <a:ext cx="41649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47"/>
          <p:cNvSpPr txBox="1"/>
          <p:nvPr>
            <p:ph idx="2" type="title"/>
          </p:nvPr>
        </p:nvSpPr>
        <p:spPr>
          <a:xfrm>
            <a:off x="713150" y="1154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30" name="Google Shape;30;p47"/>
          <p:cNvSpPr txBox="1"/>
          <p:nvPr>
            <p:ph idx="1" type="subTitle"/>
          </p:nvPr>
        </p:nvSpPr>
        <p:spPr>
          <a:xfrm>
            <a:off x="713150" y="3678300"/>
            <a:ext cx="4164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47"/>
          <p:cNvSpPr/>
          <p:nvPr>
            <p:ph idx="3" type="pic"/>
          </p:nvPr>
        </p:nvSpPr>
        <p:spPr>
          <a:xfrm>
            <a:off x="5491950" y="534125"/>
            <a:ext cx="2830200" cy="406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" name="Google Shape;32;p4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7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34" name="Google Shape;34;p47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7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>
            <p:ph type="title"/>
          </p:nvPr>
        </p:nvSpPr>
        <p:spPr>
          <a:xfrm>
            <a:off x="713150" y="691950"/>
            <a:ext cx="54417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48"/>
          <p:cNvSpPr txBox="1"/>
          <p:nvPr>
            <p:ph idx="1" type="subTitle"/>
          </p:nvPr>
        </p:nvSpPr>
        <p:spPr>
          <a:xfrm>
            <a:off x="713150" y="1914154"/>
            <a:ext cx="54417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48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48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41" name="Google Shape;41;p48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8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type="title"/>
          </p:nvPr>
        </p:nvSpPr>
        <p:spPr>
          <a:xfrm>
            <a:off x="1239925" y="1679300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2" type="title"/>
          </p:nvPr>
        </p:nvSpPr>
        <p:spPr>
          <a:xfrm>
            <a:off x="4458149" y="1679300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" type="subTitle"/>
          </p:nvPr>
        </p:nvSpPr>
        <p:spPr>
          <a:xfrm>
            <a:off x="1239925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3" type="subTitle"/>
          </p:nvPr>
        </p:nvSpPr>
        <p:spPr>
          <a:xfrm>
            <a:off x="4458136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4" type="title"/>
          </p:nvPr>
        </p:nvSpPr>
        <p:spPr>
          <a:xfrm>
            <a:off x="1239925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5" type="title"/>
          </p:nvPr>
        </p:nvSpPr>
        <p:spPr>
          <a:xfrm>
            <a:off x="4458149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6" type="subTitle"/>
          </p:nvPr>
        </p:nvSpPr>
        <p:spPr>
          <a:xfrm>
            <a:off x="1239925" y="3258453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7" type="subTitle"/>
          </p:nvPr>
        </p:nvSpPr>
        <p:spPr>
          <a:xfrm>
            <a:off x="4458137" y="3258453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49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57" name="Google Shape;57;p50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50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9" name="Google Shape;59;p50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0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51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65" name="Google Shape;65;p51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1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51"/>
          <p:cNvGrpSpPr/>
          <p:nvPr/>
        </p:nvGrpSpPr>
        <p:grpSpPr>
          <a:xfrm>
            <a:off x="8225650" y="2347524"/>
            <a:ext cx="774998" cy="616553"/>
            <a:chOff x="6820850" y="3048799"/>
            <a:chExt cx="774998" cy="616553"/>
          </a:xfrm>
        </p:grpSpPr>
        <p:sp>
          <p:nvSpPr>
            <p:cNvPr id="68" name="Google Shape;68;p51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51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1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51"/>
          <p:cNvGrpSpPr/>
          <p:nvPr/>
        </p:nvGrpSpPr>
        <p:grpSpPr>
          <a:xfrm>
            <a:off x="165575" y="1337074"/>
            <a:ext cx="774998" cy="616553"/>
            <a:chOff x="6820850" y="3048799"/>
            <a:chExt cx="774998" cy="616553"/>
          </a:xfrm>
        </p:grpSpPr>
        <p:sp>
          <p:nvSpPr>
            <p:cNvPr id="72" name="Google Shape;72;p51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1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1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2"/>
          <p:cNvSpPr txBox="1"/>
          <p:nvPr>
            <p:ph type="title"/>
          </p:nvPr>
        </p:nvSpPr>
        <p:spPr>
          <a:xfrm>
            <a:off x="1210200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2" type="title"/>
          </p:nvPr>
        </p:nvSpPr>
        <p:spPr>
          <a:xfrm>
            <a:off x="3584479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" type="subTitle"/>
          </p:nvPr>
        </p:nvSpPr>
        <p:spPr>
          <a:xfrm>
            <a:off x="1210200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3" type="subTitle"/>
          </p:nvPr>
        </p:nvSpPr>
        <p:spPr>
          <a:xfrm>
            <a:off x="3584469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4" type="title"/>
          </p:nvPr>
        </p:nvSpPr>
        <p:spPr>
          <a:xfrm>
            <a:off x="1210200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5" type="title"/>
          </p:nvPr>
        </p:nvSpPr>
        <p:spPr>
          <a:xfrm>
            <a:off x="3584479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6" type="subTitle"/>
          </p:nvPr>
        </p:nvSpPr>
        <p:spPr>
          <a:xfrm>
            <a:off x="1210200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7" type="subTitle"/>
          </p:nvPr>
        </p:nvSpPr>
        <p:spPr>
          <a:xfrm>
            <a:off x="3584469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9" type="title"/>
          </p:nvPr>
        </p:nvSpPr>
        <p:spPr>
          <a:xfrm>
            <a:off x="5958763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3" type="subTitle"/>
          </p:nvPr>
        </p:nvSpPr>
        <p:spPr>
          <a:xfrm>
            <a:off x="5958743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4" type="title"/>
          </p:nvPr>
        </p:nvSpPr>
        <p:spPr>
          <a:xfrm>
            <a:off x="5958763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5" type="subTitle"/>
          </p:nvPr>
        </p:nvSpPr>
        <p:spPr>
          <a:xfrm>
            <a:off x="5958743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52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52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91" name="Google Shape;91;p52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2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5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53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97" name="Google Shape;97;p53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3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53"/>
          <p:cNvGrpSpPr/>
          <p:nvPr/>
        </p:nvGrpSpPr>
        <p:grpSpPr>
          <a:xfrm>
            <a:off x="8215950" y="156774"/>
            <a:ext cx="774998" cy="616553"/>
            <a:chOff x="6820850" y="3048799"/>
            <a:chExt cx="774998" cy="616553"/>
          </a:xfrm>
        </p:grpSpPr>
        <p:sp>
          <p:nvSpPr>
            <p:cNvPr id="100" name="Google Shape;100;p53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3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3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53"/>
          <p:cNvGrpSpPr/>
          <p:nvPr/>
        </p:nvGrpSpPr>
        <p:grpSpPr>
          <a:xfrm>
            <a:off x="153600" y="3808299"/>
            <a:ext cx="774998" cy="616553"/>
            <a:chOff x="6820850" y="3048799"/>
            <a:chExt cx="774998" cy="616553"/>
          </a:xfrm>
        </p:grpSpPr>
        <p:sp>
          <p:nvSpPr>
            <p:cNvPr id="104" name="Google Shape;104;p53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3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54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5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11" name="Google Shape;111;p5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55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15" name="Google Shape;115;p55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5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55"/>
          <p:cNvSpPr txBox="1"/>
          <p:nvPr>
            <p:ph type="title"/>
          </p:nvPr>
        </p:nvSpPr>
        <p:spPr>
          <a:xfrm>
            <a:off x="1695150" y="1076925"/>
            <a:ext cx="57537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p55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56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56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23" name="Google Shape;123;p56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6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56"/>
          <p:cNvGrpSpPr/>
          <p:nvPr/>
        </p:nvGrpSpPr>
        <p:grpSpPr>
          <a:xfrm>
            <a:off x="8181800" y="1171299"/>
            <a:ext cx="774998" cy="616553"/>
            <a:chOff x="6820850" y="3048799"/>
            <a:chExt cx="774998" cy="616553"/>
          </a:xfrm>
        </p:grpSpPr>
        <p:sp>
          <p:nvSpPr>
            <p:cNvPr id="126" name="Google Shape;126;p56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6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6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56"/>
          <p:cNvGrpSpPr/>
          <p:nvPr/>
        </p:nvGrpSpPr>
        <p:grpSpPr>
          <a:xfrm>
            <a:off x="211875" y="3845399"/>
            <a:ext cx="774998" cy="616553"/>
            <a:chOff x="6820850" y="3048799"/>
            <a:chExt cx="774998" cy="616553"/>
          </a:xfrm>
        </p:grpSpPr>
        <p:sp>
          <p:nvSpPr>
            <p:cNvPr id="130" name="Google Shape;130;p56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6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6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7"/>
          <p:cNvSpPr txBox="1"/>
          <p:nvPr>
            <p:ph hasCustomPrompt="1" type="title"/>
          </p:nvPr>
        </p:nvSpPr>
        <p:spPr>
          <a:xfrm>
            <a:off x="4311350" y="1649925"/>
            <a:ext cx="41127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35" name="Google Shape;135;p57"/>
          <p:cNvSpPr txBox="1"/>
          <p:nvPr>
            <p:ph idx="1" type="subTitle"/>
          </p:nvPr>
        </p:nvSpPr>
        <p:spPr>
          <a:xfrm>
            <a:off x="4311350" y="2657772"/>
            <a:ext cx="4112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5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8"/>
          <p:cNvSpPr txBox="1"/>
          <p:nvPr>
            <p:ph type="title"/>
          </p:nvPr>
        </p:nvSpPr>
        <p:spPr>
          <a:xfrm>
            <a:off x="1139613" y="534125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39" name="Google Shape;139;p58"/>
          <p:cNvSpPr txBox="1"/>
          <p:nvPr>
            <p:ph idx="1" type="subTitle"/>
          </p:nvPr>
        </p:nvSpPr>
        <p:spPr>
          <a:xfrm>
            <a:off x="1139613" y="1247835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58"/>
          <p:cNvSpPr txBox="1"/>
          <p:nvPr>
            <p:ph idx="2" type="title"/>
          </p:nvPr>
        </p:nvSpPr>
        <p:spPr>
          <a:xfrm>
            <a:off x="4775182" y="534125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41" name="Google Shape;141;p58"/>
          <p:cNvSpPr txBox="1"/>
          <p:nvPr>
            <p:ph idx="3" type="subTitle"/>
          </p:nvPr>
        </p:nvSpPr>
        <p:spPr>
          <a:xfrm>
            <a:off x="4775182" y="1247835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58"/>
          <p:cNvSpPr txBox="1"/>
          <p:nvPr>
            <p:ph idx="4" type="title"/>
          </p:nvPr>
        </p:nvSpPr>
        <p:spPr>
          <a:xfrm>
            <a:off x="4775182" y="1952048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43" name="Google Shape;143;p58"/>
          <p:cNvSpPr txBox="1"/>
          <p:nvPr>
            <p:ph idx="5" type="subTitle"/>
          </p:nvPr>
        </p:nvSpPr>
        <p:spPr>
          <a:xfrm>
            <a:off x="4775182" y="2665757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" name="Google Shape;144;p58"/>
          <p:cNvSpPr txBox="1"/>
          <p:nvPr>
            <p:ph idx="6" type="title"/>
          </p:nvPr>
        </p:nvSpPr>
        <p:spPr>
          <a:xfrm>
            <a:off x="1139613" y="1952048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45" name="Google Shape;145;p58"/>
          <p:cNvSpPr txBox="1"/>
          <p:nvPr>
            <p:ph idx="7" type="subTitle"/>
          </p:nvPr>
        </p:nvSpPr>
        <p:spPr>
          <a:xfrm>
            <a:off x="1139613" y="2665757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6" name="Google Shape;146;p58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9"/>
          <p:cNvSpPr txBox="1"/>
          <p:nvPr>
            <p:ph idx="1" type="subTitle"/>
          </p:nvPr>
        </p:nvSpPr>
        <p:spPr>
          <a:xfrm>
            <a:off x="1987505" y="19746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59"/>
          <p:cNvSpPr txBox="1"/>
          <p:nvPr>
            <p:ph idx="2" type="subTitle"/>
          </p:nvPr>
        </p:nvSpPr>
        <p:spPr>
          <a:xfrm>
            <a:off x="1987485" y="26475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0" name="Google Shape;150;p59"/>
          <p:cNvSpPr txBox="1"/>
          <p:nvPr>
            <p:ph idx="3" type="subTitle"/>
          </p:nvPr>
        </p:nvSpPr>
        <p:spPr>
          <a:xfrm>
            <a:off x="1987505" y="33203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59"/>
          <p:cNvSpPr txBox="1"/>
          <p:nvPr>
            <p:ph idx="4" type="subTitle"/>
          </p:nvPr>
        </p:nvSpPr>
        <p:spPr>
          <a:xfrm>
            <a:off x="1987485" y="39932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59"/>
          <p:cNvSpPr txBox="1"/>
          <p:nvPr>
            <p:ph type="title"/>
          </p:nvPr>
        </p:nvSpPr>
        <p:spPr>
          <a:xfrm>
            <a:off x="720000" y="4433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59"/>
          <p:cNvSpPr txBox="1"/>
          <p:nvPr>
            <p:ph idx="5" type="subTitle"/>
          </p:nvPr>
        </p:nvSpPr>
        <p:spPr>
          <a:xfrm>
            <a:off x="1987505" y="13018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59"/>
          <p:cNvSpPr txBox="1"/>
          <p:nvPr>
            <p:ph idx="6" type="subTitle"/>
          </p:nvPr>
        </p:nvSpPr>
        <p:spPr>
          <a:xfrm>
            <a:off x="5145610" y="19746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59"/>
          <p:cNvSpPr txBox="1"/>
          <p:nvPr>
            <p:ph idx="7" type="subTitle"/>
          </p:nvPr>
        </p:nvSpPr>
        <p:spPr>
          <a:xfrm>
            <a:off x="5145590" y="26475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59"/>
          <p:cNvSpPr txBox="1"/>
          <p:nvPr>
            <p:ph idx="8" type="subTitle"/>
          </p:nvPr>
        </p:nvSpPr>
        <p:spPr>
          <a:xfrm>
            <a:off x="5145610" y="33203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59"/>
          <p:cNvSpPr txBox="1"/>
          <p:nvPr>
            <p:ph idx="9" type="subTitle"/>
          </p:nvPr>
        </p:nvSpPr>
        <p:spPr>
          <a:xfrm>
            <a:off x="5145590" y="39932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59"/>
          <p:cNvSpPr txBox="1"/>
          <p:nvPr>
            <p:ph idx="13" type="subTitle"/>
          </p:nvPr>
        </p:nvSpPr>
        <p:spPr>
          <a:xfrm>
            <a:off x="5145610" y="13018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59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59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61" name="Google Shape;161;p59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9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60"/>
          <p:cNvSpPr txBox="1"/>
          <p:nvPr>
            <p:ph idx="1" type="body"/>
          </p:nvPr>
        </p:nvSpPr>
        <p:spPr>
          <a:xfrm>
            <a:off x="720000" y="1203200"/>
            <a:ext cx="77040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66" name="Google Shape;166;p60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60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68" name="Google Shape;168;p60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0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64"/>
          <p:cNvSpPr txBox="1"/>
          <p:nvPr>
            <p:ph idx="2" type="title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64"/>
          <p:cNvSpPr txBox="1"/>
          <p:nvPr>
            <p:ph idx="3" type="title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64"/>
          <p:cNvSpPr txBox="1"/>
          <p:nvPr>
            <p:ph idx="1" type="subTitle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175" name="Google Shape;175;p64"/>
          <p:cNvSpPr txBox="1"/>
          <p:nvPr>
            <p:ph idx="4" type="subTitle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176" name="Google Shape;176;p64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6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78" name="Google Shape;178;p6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5"/>
          <p:cNvSpPr txBox="1"/>
          <p:nvPr>
            <p:ph idx="1" type="body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82" name="Google Shape;182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65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65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85" name="Google Shape;185;p65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5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6"/>
          <p:cNvSpPr txBox="1"/>
          <p:nvPr>
            <p:ph idx="1" type="body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"/>
              <a:buNone/>
              <a:defRPr b="1" sz="4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</a:lstStyle>
          <a:p/>
        </p:txBody>
      </p:sp>
      <p:grpSp>
        <p:nvGrpSpPr>
          <p:cNvPr id="189" name="Google Shape;189;p66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90" name="Google Shape;190;p66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6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66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68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96" name="Google Shape;196;p68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8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68"/>
          <p:cNvSpPr txBox="1"/>
          <p:nvPr>
            <p:ph type="ctrTitle"/>
          </p:nvPr>
        </p:nvSpPr>
        <p:spPr>
          <a:xfrm>
            <a:off x="713150" y="833110"/>
            <a:ext cx="38637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99" name="Google Shape;199;p68"/>
          <p:cNvSpPr txBox="1"/>
          <p:nvPr>
            <p:ph idx="1" type="subTitle"/>
          </p:nvPr>
        </p:nvSpPr>
        <p:spPr>
          <a:xfrm>
            <a:off x="713150" y="1732504"/>
            <a:ext cx="3863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68"/>
          <p:cNvSpPr txBox="1"/>
          <p:nvPr>
            <p:ph idx="2" type="subTitle"/>
          </p:nvPr>
        </p:nvSpPr>
        <p:spPr>
          <a:xfrm>
            <a:off x="713150" y="2086826"/>
            <a:ext cx="3863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68"/>
          <p:cNvSpPr txBox="1"/>
          <p:nvPr>
            <p:ph idx="3" type="subTitle"/>
          </p:nvPr>
        </p:nvSpPr>
        <p:spPr>
          <a:xfrm>
            <a:off x="713150" y="3837175"/>
            <a:ext cx="3863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68"/>
          <p:cNvSpPr txBox="1"/>
          <p:nvPr/>
        </p:nvSpPr>
        <p:spPr>
          <a:xfrm>
            <a:off x="713150" y="3307925"/>
            <a:ext cx="386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sng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03" name="Google Shape;203;p68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9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69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207" name="Google Shape;207;p69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9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69"/>
          <p:cNvGrpSpPr/>
          <p:nvPr/>
        </p:nvGrpSpPr>
        <p:grpSpPr>
          <a:xfrm>
            <a:off x="62501" y="534120"/>
            <a:ext cx="1494596" cy="1525401"/>
            <a:chOff x="462126" y="401726"/>
            <a:chExt cx="3091203" cy="3154261"/>
          </a:xfrm>
        </p:grpSpPr>
        <p:sp>
          <p:nvSpPr>
            <p:cNvPr id="210" name="Google Shape;210;p69"/>
            <p:cNvSpPr/>
            <p:nvPr/>
          </p:nvSpPr>
          <p:spPr>
            <a:xfrm>
              <a:off x="2036378" y="1215416"/>
              <a:ext cx="219323" cy="449897"/>
            </a:xfrm>
            <a:custGeom>
              <a:rect b="b" l="l" r="r" t="t"/>
              <a:pathLst>
                <a:path extrusionOk="0" h="1719" w="838">
                  <a:moveTo>
                    <a:pt x="387" y="0"/>
                  </a:moveTo>
                  <a:cubicBezTo>
                    <a:pt x="339" y="0"/>
                    <a:pt x="294" y="45"/>
                    <a:pt x="294" y="93"/>
                  </a:cubicBezTo>
                  <a:lnTo>
                    <a:pt x="309" y="960"/>
                  </a:lnTo>
                  <a:cubicBezTo>
                    <a:pt x="309" y="1008"/>
                    <a:pt x="339" y="1053"/>
                    <a:pt x="387" y="1053"/>
                  </a:cubicBezTo>
                  <a:cubicBezTo>
                    <a:pt x="466" y="1068"/>
                    <a:pt x="525" y="1101"/>
                    <a:pt x="573" y="1146"/>
                  </a:cubicBezTo>
                  <a:cubicBezTo>
                    <a:pt x="618" y="1194"/>
                    <a:pt x="637" y="1254"/>
                    <a:pt x="637" y="1317"/>
                  </a:cubicBezTo>
                  <a:cubicBezTo>
                    <a:pt x="637" y="1380"/>
                    <a:pt x="618" y="1440"/>
                    <a:pt x="559" y="1488"/>
                  </a:cubicBezTo>
                  <a:cubicBezTo>
                    <a:pt x="510" y="1518"/>
                    <a:pt x="451" y="1533"/>
                    <a:pt x="402" y="1533"/>
                  </a:cubicBezTo>
                  <a:cubicBezTo>
                    <a:pt x="358" y="1533"/>
                    <a:pt x="309" y="1518"/>
                    <a:pt x="280" y="1503"/>
                  </a:cubicBezTo>
                  <a:cubicBezTo>
                    <a:pt x="246" y="1488"/>
                    <a:pt x="231" y="1455"/>
                    <a:pt x="216" y="1425"/>
                  </a:cubicBezTo>
                  <a:cubicBezTo>
                    <a:pt x="202" y="1395"/>
                    <a:pt x="187" y="1362"/>
                    <a:pt x="187" y="1332"/>
                  </a:cubicBezTo>
                  <a:cubicBezTo>
                    <a:pt x="187" y="1317"/>
                    <a:pt x="202" y="1302"/>
                    <a:pt x="202" y="1287"/>
                  </a:cubicBezTo>
                  <a:cubicBezTo>
                    <a:pt x="216" y="1224"/>
                    <a:pt x="187" y="1176"/>
                    <a:pt x="138" y="1161"/>
                  </a:cubicBezTo>
                  <a:cubicBezTo>
                    <a:pt x="130" y="1158"/>
                    <a:pt x="122" y="1157"/>
                    <a:pt x="113" y="1157"/>
                  </a:cubicBezTo>
                  <a:cubicBezTo>
                    <a:pt x="73" y="1157"/>
                    <a:pt x="28" y="1184"/>
                    <a:pt x="16" y="1224"/>
                  </a:cubicBezTo>
                  <a:cubicBezTo>
                    <a:pt x="16" y="1269"/>
                    <a:pt x="1" y="1302"/>
                    <a:pt x="1" y="1332"/>
                  </a:cubicBezTo>
                  <a:cubicBezTo>
                    <a:pt x="1" y="1395"/>
                    <a:pt x="16" y="1455"/>
                    <a:pt x="45" y="1503"/>
                  </a:cubicBezTo>
                  <a:cubicBezTo>
                    <a:pt x="79" y="1566"/>
                    <a:pt x="109" y="1611"/>
                    <a:pt x="172" y="1659"/>
                  </a:cubicBezTo>
                  <a:cubicBezTo>
                    <a:pt x="231" y="1704"/>
                    <a:pt x="324" y="1719"/>
                    <a:pt x="402" y="1719"/>
                  </a:cubicBezTo>
                  <a:cubicBezTo>
                    <a:pt x="495" y="1719"/>
                    <a:pt x="588" y="1689"/>
                    <a:pt x="666" y="1641"/>
                  </a:cubicBezTo>
                  <a:cubicBezTo>
                    <a:pt x="774" y="1548"/>
                    <a:pt x="838" y="1425"/>
                    <a:pt x="823" y="1317"/>
                  </a:cubicBezTo>
                  <a:cubicBezTo>
                    <a:pt x="823" y="1209"/>
                    <a:pt x="789" y="1101"/>
                    <a:pt x="711" y="1023"/>
                  </a:cubicBezTo>
                  <a:cubicBezTo>
                    <a:pt x="656" y="965"/>
                    <a:pt x="580" y="915"/>
                    <a:pt x="494" y="887"/>
                  </a:cubicBezTo>
                  <a:lnTo>
                    <a:pt x="494" y="887"/>
                  </a:lnTo>
                  <a:lnTo>
                    <a:pt x="480" y="93"/>
                  </a:lnTo>
                  <a:cubicBezTo>
                    <a:pt x="480" y="45"/>
                    <a:pt x="451" y="0"/>
                    <a:pt x="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9"/>
            <p:cNvSpPr/>
            <p:nvPr/>
          </p:nvSpPr>
          <p:spPr>
            <a:xfrm>
              <a:off x="2113324" y="700349"/>
              <a:ext cx="48942" cy="551182"/>
            </a:xfrm>
            <a:custGeom>
              <a:rect b="b" l="l" r="r" t="t"/>
              <a:pathLst>
                <a:path extrusionOk="0" h="2106" w="187">
                  <a:moveTo>
                    <a:pt x="93" y="1"/>
                  </a:moveTo>
                  <a:cubicBezTo>
                    <a:pt x="30" y="1"/>
                    <a:pt x="0" y="45"/>
                    <a:pt x="0" y="94"/>
                  </a:cubicBezTo>
                  <a:lnTo>
                    <a:pt x="0" y="2013"/>
                  </a:lnTo>
                  <a:cubicBezTo>
                    <a:pt x="0" y="2076"/>
                    <a:pt x="30" y="2106"/>
                    <a:pt x="93" y="2106"/>
                  </a:cubicBezTo>
                  <a:cubicBezTo>
                    <a:pt x="138" y="2106"/>
                    <a:pt x="186" y="2076"/>
                    <a:pt x="186" y="2013"/>
                  </a:cubicBezTo>
                  <a:lnTo>
                    <a:pt x="186" y="94"/>
                  </a:lnTo>
                  <a:cubicBezTo>
                    <a:pt x="186" y="45"/>
                    <a:pt x="138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9"/>
            <p:cNvSpPr/>
            <p:nvPr/>
          </p:nvSpPr>
          <p:spPr>
            <a:xfrm>
              <a:off x="2060718" y="1129834"/>
              <a:ext cx="150229" cy="260150"/>
            </a:xfrm>
            <a:custGeom>
              <a:rect b="b" l="l" r="r" t="t"/>
              <a:pathLst>
                <a:path extrusionOk="0" h="994" w="574">
                  <a:moveTo>
                    <a:pt x="201" y="0"/>
                  </a:moveTo>
                  <a:cubicBezTo>
                    <a:pt x="94" y="0"/>
                    <a:pt x="1" y="93"/>
                    <a:pt x="1" y="219"/>
                  </a:cubicBezTo>
                  <a:lnTo>
                    <a:pt x="1" y="792"/>
                  </a:lnTo>
                  <a:cubicBezTo>
                    <a:pt x="1" y="900"/>
                    <a:pt x="94" y="993"/>
                    <a:pt x="201" y="993"/>
                  </a:cubicBezTo>
                  <a:lnTo>
                    <a:pt x="373" y="993"/>
                  </a:lnTo>
                  <a:cubicBezTo>
                    <a:pt x="480" y="993"/>
                    <a:pt x="573" y="900"/>
                    <a:pt x="573" y="792"/>
                  </a:cubicBezTo>
                  <a:lnTo>
                    <a:pt x="573" y="219"/>
                  </a:lnTo>
                  <a:cubicBezTo>
                    <a:pt x="573" y="93"/>
                    <a:pt x="480" y="0"/>
                    <a:pt x="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69"/>
            <p:cNvSpPr/>
            <p:nvPr/>
          </p:nvSpPr>
          <p:spPr>
            <a:xfrm>
              <a:off x="786398" y="1720538"/>
              <a:ext cx="1379801" cy="620015"/>
            </a:xfrm>
            <a:custGeom>
              <a:rect b="b" l="l" r="r" t="t"/>
              <a:pathLst>
                <a:path extrusionOk="0" h="2369" w="5272">
                  <a:moveTo>
                    <a:pt x="5203" y="1"/>
                  </a:moveTo>
                  <a:cubicBezTo>
                    <a:pt x="5195" y="1"/>
                    <a:pt x="5187" y="3"/>
                    <a:pt x="5178" y="8"/>
                  </a:cubicBezTo>
                  <a:lnTo>
                    <a:pt x="49" y="2240"/>
                  </a:lnTo>
                  <a:cubicBezTo>
                    <a:pt x="19" y="2255"/>
                    <a:pt x="0" y="2300"/>
                    <a:pt x="19" y="2333"/>
                  </a:cubicBezTo>
                  <a:cubicBezTo>
                    <a:pt x="30" y="2355"/>
                    <a:pt x="49" y="2369"/>
                    <a:pt x="70" y="2369"/>
                  </a:cubicBezTo>
                  <a:cubicBezTo>
                    <a:pt x="78" y="2369"/>
                    <a:pt x="86" y="2367"/>
                    <a:pt x="93" y="2363"/>
                  </a:cubicBezTo>
                  <a:lnTo>
                    <a:pt x="4170" y="581"/>
                  </a:lnTo>
                  <a:lnTo>
                    <a:pt x="4170" y="581"/>
                  </a:lnTo>
                  <a:lnTo>
                    <a:pt x="1953" y="1850"/>
                  </a:lnTo>
                  <a:cubicBezTo>
                    <a:pt x="1924" y="1868"/>
                    <a:pt x="1924" y="1898"/>
                    <a:pt x="1938" y="1928"/>
                  </a:cubicBezTo>
                  <a:cubicBezTo>
                    <a:pt x="1949" y="1952"/>
                    <a:pt x="1971" y="1967"/>
                    <a:pt x="1993" y="1967"/>
                  </a:cubicBezTo>
                  <a:cubicBezTo>
                    <a:pt x="2001" y="1967"/>
                    <a:pt x="2009" y="1965"/>
                    <a:pt x="2017" y="1961"/>
                  </a:cubicBezTo>
                  <a:lnTo>
                    <a:pt x="5242" y="116"/>
                  </a:lnTo>
                  <a:cubicBezTo>
                    <a:pt x="5256" y="101"/>
                    <a:pt x="5271" y="68"/>
                    <a:pt x="5256" y="38"/>
                  </a:cubicBezTo>
                  <a:cubicBezTo>
                    <a:pt x="5246" y="17"/>
                    <a:pt x="5225" y="1"/>
                    <a:pt x="5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9"/>
            <p:cNvSpPr/>
            <p:nvPr/>
          </p:nvSpPr>
          <p:spPr>
            <a:xfrm>
              <a:off x="2129812" y="1720538"/>
              <a:ext cx="1411993" cy="491510"/>
            </a:xfrm>
            <a:custGeom>
              <a:rect b="b" l="l" r="r" t="t"/>
              <a:pathLst>
                <a:path extrusionOk="0" h="1878" w="5395">
                  <a:moveTo>
                    <a:pt x="67" y="1"/>
                  </a:moveTo>
                  <a:cubicBezTo>
                    <a:pt x="45" y="1"/>
                    <a:pt x="26" y="17"/>
                    <a:pt x="16" y="38"/>
                  </a:cubicBezTo>
                  <a:cubicBezTo>
                    <a:pt x="1" y="68"/>
                    <a:pt x="16" y="101"/>
                    <a:pt x="45" y="116"/>
                  </a:cubicBezTo>
                  <a:lnTo>
                    <a:pt x="3021" y="1868"/>
                  </a:lnTo>
                  <a:cubicBezTo>
                    <a:pt x="3033" y="1874"/>
                    <a:pt x="3048" y="1878"/>
                    <a:pt x="3062" y="1878"/>
                  </a:cubicBezTo>
                  <a:cubicBezTo>
                    <a:pt x="3084" y="1878"/>
                    <a:pt x="3105" y="1870"/>
                    <a:pt x="3114" y="1850"/>
                  </a:cubicBezTo>
                  <a:cubicBezTo>
                    <a:pt x="3129" y="1820"/>
                    <a:pt x="3114" y="1775"/>
                    <a:pt x="3084" y="1757"/>
                  </a:cubicBezTo>
                  <a:lnTo>
                    <a:pt x="559" y="269"/>
                  </a:lnTo>
                  <a:lnTo>
                    <a:pt x="5301" y="1742"/>
                  </a:lnTo>
                  <a:cubicBezTo>
                    <a:pt x="5331" y="1742"/>
                    <a:pt x="5376" y="1727"/>
                    <a:pt x="5376" y="1697"/>
                  </a:cubicBezTo>
                  <a:cubicBezTo>
                    <a:pt x="5394" y="1664"/>
                    <a:pt x="5376" y="1634"/>
                    <a:pt x="5346" y="1619"/>
                  </a:cubicBezTo>
                  <a:lnTo>
                    <a:pt x="94" y="8"/>
                  </a:lnTo>
                  <a:cubicBezTo>
                    <a:pt x="84" y="3"/>
                    <a:pt x="75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9"/>
            <p:cNvSpPr/>
            <p:nvPr/>
          </p:nvSpPr>
          <p:spPr>
            <a:xfrm>
              <a:off x="2125101" y="1594388"/>
              <a:ext cx="41090" cy="166192"/>
            </a:xfrm>
            <a:custGeom>
              <a:rect b="b" l="l" r="r" t="t"/>
              <a:pathLst>
                <a:path extrusionOk="0" h="635" w="157">
                  <a:moveTo>
                    <a:pt x="78" y="0"/>
                  </a:moveTo>
                  <a:cubicBezTo>
                    <a:pt x="39" y="0"/>
                    <a:pt x="0" y="24"/>
                    <a:pt x="0" y="70"/>
                  </a:cubicBezTo>
                  <a:lnTo>
                    <a:pt x="0" y="565"/>
                  </a:lnTo>
                  <a:cubicBezTo>
                    <a:pt x="0" y="611"/>
                    <a:pt x="39" y="634"/>
                    <a:pt x="78" y="634"/>
                  </a:cubicBezTo>
                  <a:cubicBezTo>
                    <a:pt x="117" y="634"/>
                    <a:pt x="156" y="611"/>
                    <a:pt x="156" y="565"/>
                  </a:cubicBezTo>
                  <a:lnTo>
                    <a:pt x="156" y="70"/>
                  </a:lnTo>
                  <a:cubicBezTo>
                    <a:pt x="156" y="24"/>
                    <a:pt x="117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9"/>
            <p:cNvSpPr/>
            <p:nvPr/>
          </p:nvSpPr>
          <p:spPr>
            <a:xfrm>
              <a:off x="2092910" y="1698292"/>
              <a:ext cx="105474" cy="81133"/>
            </a:xfrm>
            <a:custGeom>
              <a:rect b="b" l="l" r="r" t="t"/>
              <a:pathLst>
                <a:path extrusionOk="0" h="310" w="403">
                  <a:moveTo>
                    <a:pt x="201" y="0"/>
                  </a:moveTo>
                  <a:cubicBezTo>
                    <a:pt x="0" y="0"/>
                    <a:pt x="0" y="309"/>
                    <a:pt x="201" y="309"/>
                  </a:cubicBezTo>
                  <a:cubicBezTo>
                    <a:pt x="402" y="309"/>
                    <a:pt x="402" y="0"/>
                    <a:pt x="2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9"/>
            <p:cNvSpPr/>
            <p:nvPr/>
          </p:nvSpPr>
          <p:spPr>
            <a:xfrm>
              <a:off x="791371" y="2140338"/>
              <a:ext cx="2761958" cy="1415643"/>
            </a:xfrm>
            <a:custGeom>
              <a:rect b="b" l="l" r="r" t="t"/>
              <a:pathLst>
                <a:path extrusionOk="0" h="5409" w="10553">
                  <a:moveTo>
                    <a:pt x="2418" y="0"/>
                  </a:moveTo>
                  <a:lnTo>
                    <a:pt x="0" y="651"/>
                  </a:lnTo>
                  <a:lnTo>
                    <a:pt x="0" y="5409"/>
                  </a:lnTo>
                  <a:lnTo>
                    <a:pt x="2418" y="4988"/>
                  </a:lnTo>
                  <a:lnTo>
                    <a:pt x="10553" y="4988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9"/>
            <p:cNvSpPr/>
            <p:nvPr/>
          </p:nvSpPr>
          <p:spPr>
            <a:xfrm>
              <a:off x="791371" y="3445803"/>
              <a:ext cx="2761958" cy="110184"/>
            </a:xfrm>
            <a:custGeom>
              <a:rect b="b" l="l" r="r" t="t"/>
              <a:pathLst>
                <a:path extrusionOk="0" h="421" w="10553">
                  <a:moveTo>
                    <a:pt x="2418" y="0"/>
                  </a:moveTo>
                  <a:lnTo>
                    <a:pt x="0" y="421"/>
                  </a:lnTo>
                  <a:lnTo>
                    <a:pt x="9578" y="421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9"/>
            <p:cNvSpPr/>
            <p:nvPr/>
          </p:nvSpPr>
          <p:spPr>
            <a:xfrm>
              <a:off x="157784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9"/>
            <p:cNvSpPr/>
            <p:nvPr/>
          </p:nvSpPr>
          <p:spPr>
            <a:xfrm>
              <a:off x="167912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9"/>
            <p:cNvSpPr/>
            <p:nvPr/>
          </p:nvSpPr>
          <p:spPr>
            <a:xfrm>
              <a:off x="177648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9"/>
            <p:cNvSpPr/>
            <p:nvPr/>
          </p:nvSpPr>
          <p:spPr>
            <a:xfrm>
              <a:off x="187384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9"/>
            <p:cNvSpPr/>
            <p:nvPr/>
          </p:nvSpPr>
          <p:spPr>
            <a:xfrm>
              <a:off x="1979061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9"/>
            <p:cNvSpPr/>
            <p:nvPr/>
          </p:nvSpPr>
          <p:spPr>
            <a:xfrm>
              <a:off x="2081132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9"/>
            <p:cNvSpPr/>
            <p:nvPr/>
          </p:nvSpPr>
          <p:spPr>
            <a:xfrm>
              <a:off x="2173781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9"/>
            <p:cNvSpPr/>
            <p:nvPr/>
          </p:nvSpPr>
          <p:spPr>
            <a:xfrm>
              <a:off x="2271142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9"/>
            <p:cNvSpPr/>
            <p:nvPr/>
          </p:nvSpPr>
          <p:spPr>
            <a:xfrm>
              <a:off x="2368502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9"/>
            <p:cNvSpPr/>
            <p:nvPr/>
          </p:nvSpPr>
          <p:spPr>
            <a:xfrm>
              <a:off x="247057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9"/>
            <p:cNvSpPr/>
            <p:nvPr/>
          </p:nvSpPr>
          <p:spPr>
            <a:xfrm>
              <a:off x="256793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9"/>
            <p:cNvSpPr/>
            <p:nvPr/>
          </p:nvSpPr>
          <p:spPr>
            <a:xfrm>
              <a:off x="2660321" y="2237699"/>
              <a:ext cx="33500" cy="1111001"/>
            </a:xfrm>
            <a:custGeom>
              <a:rect b="b" l="l" r="r" t="t"/>
              <a:pathLst>
                <a:path extrusionOk="0" h="4245" w="128">
                  <a:moveTo>
                    <a:pt x="1" y="0"/>
                  </a:moveTo>
                  <a:lnTo>
                    <a:pt x="1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9"/>
            <p:cNvSpPr/>
            <p:nvPr/>
          </p:nvSpPr>
          <p:spPr>
            <a:xfrm>
              <a:off x="2766580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9"/>
            <p:cNvSpPr/>
            <p:nvPr/>
          </p:nvSpPr>
          <p:spPr>
            <a:xfrm>
              <a:off x="2867866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9"/>
            <p:cNvSpPr/>
            <p:nvPr/>
          </p:nvSpPr>
          <p:spPr>
            <a:xfrm>
              <a:off x="2965226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9"/>
            <p:cNvSpPr/>
            <p:nvPr/>
          </p:nvSpPr>
          <p:spPr>
            <a:xfrm>
              <a:off x="3062586" y="2237699"/>
              <a:ext cx="32192" cy="1111001"/>
            </a:xfrm>
            <a:custGeom>
              <a:rect b="b" l="l" r="r" t="t"/>
              <a:pathLst>
                <a:path extrusionOk="0" h="4245" w="123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9"/>
            <p:cNvSpPr/>
            <p:nvPr/>
          </p:nvSpPr>
          <p:spPr>
            <a:xfrm>
              <a:off x="3156020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9"/>
            <p:cNvSpPr/>
            <p:nvPr/>
          </p:nvSpPr>
          <p:spPr>
            <a:xfrm>
              <a:off x="3253381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9"/>
            <p:cNvSpPr/>
            <p:nvPr/>
          </p:nvSpPr>
          <p:spPr>
            <a:xfrm>
              <a:off x="3346815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9"/>
            <p:cNvSpPr/>
            <p:nvPr/>
          </p:nvSpPr>
          <p:spPr>
            <a:xfrm>
              <a:off x="3439203" y="2237699"/>
              <a:ext cx="33500" cy="1111001"/>
            </a:xfrm>
            <a:custGeom>
              <a:rect b="b" l="l" r="r" t="t"/>
              <a:pathLst>
                <a:path extrusionOk="0" h="4245" w="128">
                  <a:moveTo>
                    <a:pt x="1" y="0"/>
                  </a:moveTo>
                  <a:lnTo>
                    <a:pt x="1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9"/>
            <p:cNvSpPr/>
            <p:nvPr/>
          </p:nvSpPr>
          <p:spPr>
            <a:xfrm>
              <a:off x="1054139" y="2237699"/>
              <a:ext cx="8899" cy="3926"/>
            </a:xfrm>
            <a:custGeom>
              <a:rect b="b" l="l" r="r" t="t"/>
              <a:pathLst>
                <a:path extrusionOk="0" h="15" w="34">
                  <a:moveTo>
                    <a:pt x="0" y="0"/>
                  </a:moveTo>
                  <a:lnTo>
                    <a:pt x="0" y="15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9"/>
            <p:cNvSpPr/>
            <p:nvPr/>
          </p:nvSpPr>
          <p:spPr>
            <a:xfrm>
              <a:off x="791371" y="2140338"/>
              <a:ext cx="2761958" cy="243661"/>
            </a:xfrm>
            <a:custGeom>
              <a:rect b="b" l="l" r="r" t="t"/>
              <a:pathLst>
                <a:path extrusionOk="0" h="931" w="10553">
                  <a:moveTo>
                    <a:pt x="2418" y="0"/>
                  </a:moveTo>
                  <a:lnTo>
                    <a:pt x="0" y="651"/>
                  </a:lnTo>
                  <a:lnTo>
                    <a:pt x="0" y="930"/>
                  </a:lnTo>
                  <a:lnTo>
                    <a:pt x="2418" y="372"/>
                  </a:lnTo>
                  <a:lnTo>
                    <a:pt x="10553" y="372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9"/>
            <p:cNvSpPr/>
            <p:nvPr/>
          </p:nvSpPr>
          <p:spPr>
            <a:xfrm>
              <a:off x="791371" y="3348443"/>
              <a:ext cx="2761958" cy="207544"/>
            </a:xfrm>
            <a:custGeom>
              <a:rect b="b" l="l" r="r" t="t"/>
              <a:pathLst>
                <a:path extrusionOk="0" h="793" w="10553">
                  <a:moveTo>
                    <a:pt x="2418" y="0"/>
                  </a:moveTo>
                  <a:lnTo>
                    <a:pt x="0" y="465"/>
                  </a:lnTo>
                  <a:lnTo>
                    <a:pt x="0" y="793"/>
                  </a:lnTo>
                  <a:lnTo>
                    <a:pt x="2418" y="372"/>
                  </a:lnTo>
                  <a:lnTo>
                    <a:pt x="10553" y="372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9"/>
            <p:cNvSpPr/>
            <p:nvPr/>
          </p:nvSpPr>
          <p:spPr>
            <a:xfrm>
              <a:off x="1423951" y="2140338"/>
              <a:ext cx="52868" cy="1305721"/>
            </a:xfrm>
            <a:custGeom>
              <a:rect b="b" l="l" r="r" t="t"/>
              <a:pathLst>
                <a:path extrusionOk="0" h="4989" w="202">
                  <a:moveTo>
                    <a:pt x="1" y="0"/>
                  </a:moveTo>
                  <a:lnTo>
                    <a:pt x="1" y="4988"/>
                  </a:lnTo>
                  <a:lnTo>
                    <a:pt x="202" y="498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9"/>
            <p:cNvSpPr/>
            <p:nvPr/>
          </p:nvSpPr>
          <p:spPr>
            <a:xfrm>
              <a:off x="1070627" y="2237699"/>
              <a:ext cx="353587" cy="1180095"/>
            </a:xfrm>
            <a:custGeom>
              <a:rect b="b" l="l" r="r" t="t"/>
              <a:pathLst>
                <a:path extrusionOk="0" h="4509" w="1351">
                  <a:moveTo>
                    <a:pt x="1351" y="0"/>
                  </a:moveTo>
                  <a:lnTo>
                    <a:pt x="1087" y="60"/>
                  </a:lnTo>
                  <a:lnTo>
                    <a:pt x="1087" y="4293"/>
                  </a:lnTo>
                  <a:lnTo>
                    <a:pt x="1351" y="4244"/>
                  </a:lnTo>
                  <a:lnTo>
                    <a:pt x="1351" y="0"/>
                  </a:lnTo>
                  <a:close/>
                  <a:moveTo>
                    <a:pt x="960" y="93"/>
                  </a:moveTo>
                  <a:lnTo>
                    <a:pt x="793" y="138"/>
                  </a:lnTo>
                  <a:lnTo>
                    <a:pt x="793" y="4356"/>
                  </a:lnTo>
                  <a:lnTo>
                    <a:pt x="960" y="4322"/>
                  </a:lnTo>
                  <a:lnTo>
                    <a:pt x="960" y="93"/>
                  </a:lnTo>
                  <a:close/>
                  <a:moveTo>
                    <a:pt x="666" y="153"/>
                  </a:moveTo>
                  <a:lnTo>
                    <a:pt x="481" y="201"/>
                  </a:lnTo>
                  <a:lnTo>
                    <a:pt x="481" y="4415"/>
                  </a:lnTo>
                  <a:lnTo>
                    <a:pt x="666" y="4371"/>
                  </a:lnTo>
                  <a:lnTo>
                    <a:pt x="666" y="153"/>
                  </a:lnTo>
                  <a:close/>
                  <a:moveTo>
                    <a:pt x="358" y="231"/>
                  </a:moveTo>
                  <a:lnTo>
                    <a:pt x="202" y="264"/>
                  </a:lnTo>
                  <a:lnTo>
                    <a:pt x="202" y="4464"/>
                  </a:lnTo>
                  <a:lnTo>
                    <a:pt x="358" y="4430"/>
                  </a:lnTo>
                  <a:lnTo>
                    <a:pt x="358" y="231"/>
                  </a:lnTo>
                  <a:close/>
                  <a:moveTo>
                    <a:pt x="79" y="294"/>
                  </a:moveTo>
                  <a:lnTo>
                    <a:pt x="1" y="309"/>
                  </a:lnTo>
                  <a:lnTo>
                    <a:pt x="1" y="4508"/>
                  </a:lnTo>
                  <a:lnTo>
                    <a:pt x="79" y="4493"/>
                  </a:lnTo>
                  <a:lnTo>
                    <a:pt x="79" y="2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9"/>
            <p:cNvSpPr/>
            <p:nvPr/>
          </p:nvSpPr>
          <p:spPr>
            <a:xfrm>
              <a:off x="1091041" y="230679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24" y="0"/>
                  </a:moveTo>
                  <a:lnTo>
                    <a:pt x="1" y="30"/>
                  </a:lnTo>
                  <a:lnTo>
                    <a:pt x="1" y="4229"/>
                  </a:lnTo>
                  <a:lnTo>
                    <a:pt x="124" y="4200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9"/>
            <p:cNvSpPr/>
            <p:nvPr/>
          </p:nvSpPr>
          <p:spPr>
            <a:xfrm>
              <a:off x="1164062" y="2290043"/>
              <a:ext cx="32454" cy="1107337"/>
            </a:xfrm>
            <a:custGeom>
              <a:rect b="b" l="l" r="r" t="t"/>
              <a:pathLst>
                <a:path extrusionOk="0" h="4231" w="124">
                  <a:moveTo>
                    <a:pt x="124" y="1"/>
                  </a:moveTo>
                  <a:lnTo>
                    <a:pt x="1" y="31"/>
                  </a:lnTo>
                  <a:lnTo>
                    <a:pt x="1" y="4230"/>
                  </a:lnTo>
                  <a:lnTo>
                    <a:pt x="124" y="421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9"/>
            <p:cNvSpPr/>
            <p:nvPr/>
          </p:nvSpPr>
          <p:spPr>
            <a:xfrm>
              <a:off x="1244933" y="2273554"/>
              <a:ext cx="33239" cy="1108122"/>
            </a:xfrm>
            <a:custGeom>
              <a:rect b="b" l="l" r="r" t="t"/>
              <a:pathLst>
                <a:path extrusionOk="0" h="4234" w="127">
                  <a:moveTo>
                    <a:pt x="127" y="1"/>
                  </a:moveTo>
                  <a:lnTo>
                    <a:pt x="0" y="16"/>
                  </a:lnTo>
                  <a:lnTo>
                    <a:pt x="0" y="4234"/>
                  </a:lnTo>
                  <a:lnTo>
                    <a:pt x="127" y="4219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9"/>
            <p:cNvSpPr/>
            <p:nvPr/>
          </p:nvSpPr>
          <p:spPr>
            <a:xfrm>
              <a:off x="1321879" y="2253140"/>
              <a:ext cx="33239" cy="1115974"/>
            </a:xfrm>
            <a:custGeom>
              <a:rect b="b" l="l" r="r" t="t"/>
              <a:pathLst>
                <a:path extrusionOk="0" h="4264" w="127">
                  <a:moveTo>
                    <a:pt x="127" y="1"/>
                  </a:moveTo>
                  <a:lnTo>
                    <a:pt x="0" y="34"/>
                  </a:lnTo>
                  <a:lnTo>
                    <a:pt x="0" y="4263"/>
                  </a:lnTo>
                  <a:lnTo>
                    <a:pt x="127" y="4234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9"/>
            <p:cNvSpPr/>
            <p:nvPr/>
          </p:nvSpPr>
          <p:spPr>
            <a:xfrm>
              <a:off x="791371" y="2322235"/>
              <a:ext cx="263031" cy="1148166"/>
            </a:xfrm>
            <a:custGeom>
              <a:rect b="b" l="l" r="r" t="t"/>
              <a:pathLst>
                <a:path extrusionOk="0" h="4387" w="1005">
                  <a:moveTo>
                    <a:pt x="1004" y="1"/>
                  </a:moveTo>
                  <a:lnTo>
                    <a:pt x="945" y="16"/>
                  </a:lnTo>
                  <a:lnTo>
                    <a:pt x="945" y="4200"/>
                  </a:lnTo>
                  <a:lnTo>
                    <a:pt x="1004" y="4185"/>
                  </a:lnTo>
                  <a:lnTo>
                    <a:pt x="1004" y="1"/>
                  </a:lnTo>
                  <a:close/>
                  <a:moveTo>
                    <a:pt x="818" y="49"/>
                  </a:moveTo>
                  <a:lnTo>
                    <a:pt x="711" y="79"/>
                  </a:lnTo>
                  <a:lnTo>
                    <a:pt x="711" y="4249"/>
                  </a:lnTo>
                  <a:lnTo>
                    <a:pt x="818" y="4234"/>
                  </a:lnTo>
                  <a:lnTo>
                    <a:pt x="818" y="49"/>
                  </a:lnTo>
                  <a:close/>
                  <a:moveTo>
                    <a:pt x="588" y="109"/>
                  </a:moveTo>
                  <a:lnTo>
                    <a:pt x="480" y="127"/>
                  </a:lnTo>
                  <a:lnTo>
                    <a:pt x="480" y="4293"/>
                  </a:lnTo>
                  <a:lnTo>
                    <a:pt x="588" y="4278"/>
                  </a:lnTo>
                  <a:lnTo>
                    <a:pt x="588" y="109"/>
                  </a:lnTo>
                  <a:close/>
                  <a:moveTo>
                    <a:pt x="353" y="157"/>
                  </a:moveTo>
                  <a:lnTo>
                    <a:pt x="260" y="172"/>
                  </a:lnTo>
                  <a:lnTo>
                    <a:pt x="260" y="4342"/>
                  </a:lnTo>
                  <a:lnTo>
                    <a:pt x="353" y="4312"/>
                  </a:lnTo>
                  <a:lnTo>
                    <a:pt x="353" y="157"/>
                  </a:lnTo>
                  <a:close/>
                  <a:moveTo>
                    <a:pt x="138" y="202"/>
                  </a:moveTo>
                  <a:lnTo>
                    <a:pt x="0" y="235"/>
                  </a:lnTo>
                  <a:lnTo>
                    <a:pt x="0" y="4386"/>
                  </a:lnTo>
                  <a:lnTo>
                    <a:pt x="138" y="4356"/>
                  </a:lnTo>
                  <a:lnTo>
                    <a:pt x="138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9"/>
            <p:cNvSpPr/>
            <p:nvPr/>
          </p:nvSpPr>
          <p:spPr>
            <a:xfrm>
              <a:off x="1005459" y="2326160"/>
              <a:ext cx="33239" cy="1104197"/>
            </a:xfrm>
            <a:custGeom>
              <a:rect b="b" l="l" r="r" t="t"/>
              <a:pathLst>
                <a:path extrusionOk="0" h="4219" w="127">
                  <a:moveTo>
                    <a:pt x="127" y="1"/>
                  </a:moveTo>
                  <a:lnTo>
                    <a:pt x="0" y="34"/>
                  </a:lnTo>
                  <a:lnTo>
                    <a:pt x="0" y="4219"/>
                  </a:lnTo>
                  <a:lnTo>
                    <a:pt x="127" y="4185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9"/>
            <p:cNvSpPr/>
            <p:nvPr/>
          </p:nvSpPr>
          <p:spPr>
            <a:xfrm>
              <a:off x="945001" y="2342649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24" y="1"/>
                  </a:moveTo>
                  <a:lnTo>
                    <a:pt x="1" y="31"/>
                  </a:lnTo>
                  <a:lnTo>
                    <a:pt x="1" y="4200"/>
                  </a:lnTo>
                  <a:lnTo>
                    <a:pt x="124" y="417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9"/>
            <p:cNvSpPr/>
            <p:nvPr/>
          </p:nvSpPr>
          <p:spPr>
            <a:xfrm>
              <a:off x="883758" y="2355473"/>
              <a:ext cx="33239" cy="1095298"/>
            </a:xfrm>
            <a:custGeom>
              <a:rect b="b" l="l" r="r" t="t"/>
              <a:pathLst>
                <a:path extrusionOk="0" h="4185" w="127">
                  <a:moveTo>
                    <a:pt x="127" y="0"/>
                  </a:moveTo>
                  <a:lnTo>
                    <a:pt x="0" y="30"/>
                  </a:lnTo>
                  <a:lnTo>
                    <a:pt x="0" y="4185"/>
                  </a:lnTo>
                  <a:lnTo>
                    <a:pt x="127" y="4166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9"/>
            <p:cNvSpPr/>
            <p:nvPr/>
          </p:nvSpPr>
          <p:spPr>
            <a:xfrm>
              <a:off x="827227" y="2366989"/>
              <a:ext cx="32454" cy="1095560"/>
            </a:xfrm>
            <a:custGeom>
              <a:rect b="b" l="l" r="r" t="t"/>
              <a:pathLst>
                <a:path extrusionOk="0" h="4186" w="124">
                  <a:moveTo>
                    <a:pt x="123" y="1"/>
                  </a:moveTo>
                  <a:lnTo>
                    <a:pt x="1" y="31"/>
                  </a:lnTo>
                  <a:lnTo>
                    <a:pt x="1" y="4185"/>
                  </a:lnTo>
                  <a:lnTo>
                    <a:pt x="123" y="417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9"/>
            <p:cNvSpPr/>
            <p:nvPr/>
          </p:nvSpPr>
          <p:spPr>
            <a:xfrm>
              <a:off x="1054139" y="2318309"/>
              <a:ext cx="16750" cy="1099486"/>
            </a:xfrm>
            <a:custGeom>
              <a:rect b="b" l="l" r="r" t="t"/>
              <a:pathLst>
                <a:path extrusionOk="0" h="4201" w="64">
                  <a:moveTo>
                    <a:pt x="64" y="1"/>
                  </a:moveTo>
                  <a:lnTo>
                    <a:pt x="0" y="16"/>
                  </a:lnTo>
                  <a:lnTo>
                    <a:pt x="0" y="4200"/>
                  </a:lnTo>
                  <a:lnTo>
                    <a:pt x="64" y="4200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9"/>
            <p:cNvSpPr/>
            <p:nvPr/>
          </p:nvSpPr>
          <p:spPr>
            <a:xfrm>
              <a:off x="791371" y="2140338"/>
              <a:ext cx="632845" cy="243661"/>
            </a:xfrm>
            <a:custGeom>
              <a:rect b="b" l="l" r="r" t="t"/>
              <a:pathLst>
                <a:path extrusionOk="0" h="931" w="2418">
                  <a:moveTo>
                    <a:pt x="2418" y="0"/>
                  </a:moveTo>
                  <a:lnTo>
                    <a:pt x="804" y="432"/>
                  </a:lnTo>
                  <a:lnTo>
                    <a:pt x="15" y="651"/>
                  </a:lnTo>
                  <a:lnTo>
                    <a:pt x="0" y="651"/>
                  </a:lnTo>
                  <a:lnTo>
                    <a:pt x="0" y="930"/>
                  </a:lnTo>
                  <a:lnTo>
                    <a:pt x="138" y="897"/>
                  </a:lnTo>
                  <a:lnTo>
                    <a:pt x="260" y="867"/>
                  </a:lnTo>
                  <a:lnTo>
                    <a:pt x="353" y="852"/>
                  </a:lnTo>
                  <a:lnTo>
                    <a:pt x="480" y="822"/>
                  </a:lnTo>
                  <a:lnTo>
                    <a:pt x="588" y="804"/>
                  </a:lnTo>
                  <a:lnTo>
                    <a:pt x="711" y="774"/>
                  </a:lnTo>
                  <a:lnTo>
                    <a:pt x="818" y="744"/>
                  </a:lnTo>
                  <a:lnTo>
                    <a:pt x="945" y="711"/>
                  </a:lnTo>
                  <a:lnTo>
                    <a:pt x="1004" y="696"/>
                  </a:lnTo>
                  <a:lnTo>
                    <a:pt x="1068" y="681"/>
                  </a:lnTo>
                  <a:lnTo>
                    <a:pt x="1146" y="666"/>
                  </a:lnTo>
                  <a:lnTo>
                    <a:pt x="1269" y="636"/>
                  </a:lnTo>
                  <a:lnTo>
                    <a:pt x="1425" y="603"/>
                  </a:lnTo>
                  <a:lnTo>
                    <a:pt x="1548" y="573"/>
                  </a:lnTo>
                  <a:lnTo>
                    <a:pt x="1733" y="525"/>
                  </a:lnTo>
                  <a:lnTo>
                    <a:pt x="1860" y="510"/>
                  </a:lnTo>
                  <a:lnTo>
                    <a:pt x="2027" y="465"/>
                  </a:lnTo>
                  <a:lnTo>
                    <a:pt x="2154" y="432"/>
                  </a:lnTo>
                  <a:lnTo>
                    <a:pt x="2418" y="372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9"/>
            <p:cNvSpPr/>
            <p:nvPr/>
          </p:nvSpPr>
          <p:spPr>
            <a:xfrm>
              <a:off x="791371" y="3348443"/>
              <a:ext cx="632845" cy="207544"/>
            </a:xfrm>
            <a:custGeom>
              <a:rect b="b" l="l" r="r" t="t"/>
              <a:pathLst>
                <a:path extrusionOk="0" h="793" w="2418">
                  <a:moveTo>
                    <a:pt x="2418" y="0"/>
                  </a:moveTo>
                  <a:lnTo>
                    <a:pt x="2154" y="49"/>
                  </a:lnTo>
                  <a:lnTo>
                    <a:pt x="2027" y="78"/>
                  </a:lnTo>
                  <a:lnTo>
                    <a:pt x="1860" y="112"/>
                  </a:lnTo>
                  <a:lnTo>
                    <a:pt x="1733" y="127"/>
                  </a:lnTo>
                  <a:lnTo>
                    <a:pt x="1548" y="171"/>
                  </a:lnTo>
                  <a:lnTo>
                    <a:pt x="1425" y="186"/>
                  </a:lnTo>
                  <a:lnTo>
                    <a:pt x="1269" y="220"/>
                  </a:lnTo>
                  <a:lnTo>
                    <a:pt x="1146" y="249"/>
                  </a:lnTo>
                  <a:lnTo>
                    <a:pt x="1068" y="264"/>
                  </a:lnTo>
                  <a:lnTo>
                    <a:pt x="1004" y="264"/>
                  </a:lnTo>
                  <a:lnTo>
                    <a:pt x="945" y="279"/>
                  </a:lnTo>
                  <a:lnTo>
                    <a:pt x="818" y="313"/>
                  </a:lnTo>
                  <a:lnTo>
                    <a:pt x="711" y="328"/>
                  </a:lnTo>
                  <a:lnTo>
                    <a:pt x="588" y="357"/>
                  </a:lnTo>
                  <a:lnTo>
                    <a:pt x="480" y="372"/>
                  </a:lnTo>
                  <a:lnTo>
                    <a:pt x="353" y="391"/>
                  </a:lnTo>
                  <a:lnTo>
                    <a:pt x="260" y="421"/>
                  </a:lnTo>
                  <a:lnTo>
                    <a:pt x="138" y="435"/>
                  </a:lnTo>
                  <a:lnTo>
                    <a:pt x="0" y="465"/>
                  </a:lnTo>
                  <a:lnTo>
                    <a:pt x="0" y="793"/>
                  </a:lnTo>
                  <a:lnTo>
                    <a:pt x="2418" y="372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9"/>
            <p:cNvSpPr/>
            <p:nvPr/>
          </p:nvSpPr>
          <p:spPr>
            <a:xfrm>
              <a:off x="462126" y="403558"/>
              <a:ext cx="2466211" cy="337095"/>
            </a:xfrm>
            <a:custGeom>
              <a:rect b="b" l="l" r="r" t="t"/>
              <a:pathLst>
                <a:path extrusionOk="0" h="1288" w="9423">
                  <a:moveTo>
                    <a:pt x="7861" y="127"/>
                  </a:moveTo>
                  <a:lnTo>
                    <a:pt x="9094" y="1164"/>
                  </a:lnTo>
                  <a:lnTo>
                    <a:pt x="124" y="1164"/>
                  </a:lnTo>
                  <a:lnTo>
                    <a:pt x="124" y="127"/>
                  </a:lnTo>
                  <a:close/>
                  <a:moveTo>
                    <a:pt x="1" y="0"/>
                  </a:moveTo>
                  <a:lnTo>
                    <a:pt x="1" y="1287"/>
                  </a:lnTo>
                  <a:lnTo>
                    <a:pt x="9423" y="1287"/>
                  </a:lnTo>
                  <a:lnTo>
                    <a:pt x="9300" y="1179"/>
                  </a:lnTo>
                  <a:lnTo>
                    <a:pt x="78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9"/>
            <p:cNvSpPr/>
            <p:nvPr/>
          </p:nvSpPr>
          <p:spPr>
            <a:xfrm>
              <a:off x="462126" y="401726"/>
              <a:ext cx="2259974" cy="338927"/>
            </a:xfrm>
            <a:custGeom>
              <a:rect b="b" l="l" r="r" t="t"/>
              <a:pathLst>
                <a:path extrusionOk="0" h="1295" w="8635">
                  <a:moveTo>
                    <a:pt x="1457" y="1"/>
                  </a:moveTo>
                  <a:cubicBezTo>
                    <a:pt x="1443" y="1"/>
                    <a:pt x="1427" y="9"/>
                    <a:pt x="1411" y="26"/>
                  </a:cubicBezTo>
                  <a:lnTo>
                    <a:pt x="124" y="1108"/>
                  </a:lnTo>
                  <a:lnTo>
                    <a:pt x="124" y="70"/>
                  </a:lnTo>
                  <a:cubicBezTo>
                    <a:pt x="124" y="26"/>
                    <a:pt x="109" y="7"/>
                    <a:pt x="64" y="7"/>
                  </a:cubicBezTo>
                  <a:cubicBezTo>
                    <a:pt x="31" y="7"/>
                    <a:pt x="1" y="26"/>
                    <a:pt x="1" y="70"/>
                  </a:cubicBezTo>
                  <a:lnTo>
                    <a:pt x="1" y="1235"/>
                  </a:lnTo>
                  <a:cubicBezTo>
                    <a:pt x="1" y="1264"/>
                    <a:pt x="16" y="1279"/>
                    <a:pt x="49" y="1294"/>
                  </a:cubicBezTo>
                  <a:cubicBezTo>
                    <a:pt x="64" y="1294"/>
                    <a:pt x="94" y="1294"/>
                    <a:pt x="109" y="1279"/>
                  </a:cubicBezTo>
                  <a:lnTo>
                    <a:pt x="1459" y="148"/>
                  </a:lnTo>
                  <a:lnTo>
                    <a:pt x="2698" y="1279"/>
                  </a:lnTo>
                  <a:cubicBezTo>
                    <a:pt x="2713" y="1287"/>
                    <a:pt x="2728" y="1290"/>
                    <a:pt x="2744" y="1290"/>
                  </a:cubicBezTo>
                  <a:cubicBezTo>
                    <a:pt x="2760" y="1290"/>
                    <a:pt x="2776" y="1287"/>
                    <a:pt x="2791" y="1279"/>
                  </a:cubicBezTo>
                  <a:lnTo>
                    <a:pt x="4029" y="148"/>
                  </a:lnTo>
                  <a:lnTo>
                    <a:pt x="5301" y="1279"/>
                  </a:lnTo>
                  <a:cubicBezTo>
                    <a:pt x="5316" y="1287"/>
                    <a:pt x="5332" y="1290"/>
                    <a:pt x="5348" y="1290"/>
                  </a:cubicBezTo>
                  <a:cubicBezTo>
                    <a:pt x="5364" y="1290"/>
                    <a:pt x="5380" y="1287"/>
                    <a:pt x="5394" y="1279"/>
                  </a:cubicBezTo>
                  <a:lnTo>
                    <a:pt x="6681" y="148"/>
                  </a:lnTo>
                  <a:lnTo>
                    <a:pt x="7827" y="1279"/>
                  </a:lnTo>
                  <a:cubicBezTo>
                    <a:pt x="7844" y="1287"/>
                    <a:pt x="7860" y="1290"/>
                    <a:pt x="7875" y="1290"/>
                  </a:cubicBezTo>
                  <a:cubicBezTo>
                    <a:pt x="7890" y="1290"/>
                    <a:pt x="7905" y="1287"/>
                    <a:pt x="7920" y="1279"/>
                  </a:cubicBezTo>
                  <a:lnTo>
                    <a:pt x="8605" y="692"/>
                  </a:lnTo>
                  <a:cubicBezTo>
                    <a:pt x="8634" y="677"/>
                    <a:pt x="8634" y="628"/>
                    <a:pt x="8619" y="613"/>
                  </a:cubicBezTo>
                  <a:cubicBezTo>
                    <a:pt x="8600" y="596"/>
                    <a:pt x="8582" y="589"/>
                    <a:pt x="8564" y="589"/>
                  </a:cubicBezTo>
                  <a:cubicBezTo>
                    <a:pt x="8551" y="589"/>
                    <a:pt x="8539" y="592"/>
                    <a:pt x="8526" y="599"/>
                  </a:cubicBezTo>
                  <a:lnTo>
                    <a:pt x="7876" y="1157"/>
                  </a:lnTo>
                  <a:lnTo>
                    <a:pt x="6726" y="26"/>
                  </a:lnTo>
                  <a:cubicBezTo>
                    <a:pt x="6711" y="9"/>
                    <a:pt x="6696" y="1"/>
                    <a:pt x="6681" y="1"/>
                  </a:cubicBezTo>
                  <a:cubicBezTo>
                    <a:pt x="6666" y="1"/>
                    <a:pt x="6650" y="9"/>
                    <a:pt x="6633" y="26"/>
                  </a:cubicBezTo>
                  <a:lnTo>
                    <a:pt x="5350" y="1157"/>
                  </a:lnTo>
                  <a:lnTo>
                    <a:pt x="4063" y="26"/>
                  </a:lnTo>
                  <a:cubicBezTo>
                    <a:pt x="4055" y="9"/>
                    <a:pt x="4040" y="1"/>
                    <a:pt x="4024" y="1"/>
                  </a:cubicBezTo>
                  <a:cubicBezTo>
                    <a:pt x="4008" y="1"/>
                    <a:pt x="3992" y="9"/>
                    <a:pt x="3985" y="26"/>
                  </a:cubicBezTo>
                  <a:lnTo>
                    <a:pt x="2746" y="1157"/>
                  </a:lnTo>
                  <a:lnTo>
                    <a:pt x="1489" y="26"/>
                  </a:lnTo>
                  <a:cubicBezTo>
                    <a:pt x="1481" y="9"/>
                    <a:pt x="1470" y="1"/>
                    <a:pt x="1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9"/>
            <p:cNvSpPr/>
            <p:nvPr/>
          </p:nvSpPr>
          <p:spPr>
            <a:xfrm>
              <a:off x="462126" y="401726"/>
              <a:ext cx="2077030" cy="338927"/>
            </a:xfrm>
            <a:custGeom>
              <a:rect b="b" l="l" r="r" t="t"/>
              <a:pathLst>
                <a:path extrusionOk="0" h="1295" w="7936">
                  <a:moveTo>
                    <a:pt x="2744" y="1"/>
                  </a:moveTo>
                  <a:cubicBezTo>
                    <a:pt x="2728" y="1"/>
                    <a:pt x="2713" y="9"/>
                    <a:pt x="2698" y="26"/>
                  </a:cubicBezTo>
                  <a:lnTo>
                    <a:pt x="1459" y="1157"/>
                  </a:lnTo>
                  <a:lnTo>
                    <a:pt x="109" y="26"/>
                  </a:lnTo>
                  <a:cubicBezTo>
                    <a:pt x="98" y="12"/>
                    <a:pt x="80" y="1"/>
                    <a:pt x="65" y="1"/>
                  </a:cubicBezTo>
                  <a:cubicBezTo>
                    <a:pt x="59" y="1"/>
                    <a:pt x="53" y="3"/>
                    <a:pt x="49" y="7"/>
                  </a:cubicBezTo>
                  <a:cubicBezTo>
                    <a:pt x="16" y="26"/>
                    <a:pt x="1" y="41"/>
                    <a:pt x="1" y="70"/>
                  </a:cubicBezTo>
                  <a:lnTo>
                    <a:pt x="1" y="1235"/>
                  </a:lnTo>
                  <a:cubicBezTo>
                    <a:pt x="1" y="1264"/>
                    <a:pt x="31" y="1294"/>
                    <a:pt x="64" y="1294"/>
                  </a:cubicBezTo>
                  <a:cubicBezTo>
                    <a:pt x="109" y="1294"/>
                    <a:pt x="124" y="1264"/>
                    <a:pt x="124" y="1235"/>
                  </a:cubicBezTo>
                  <a:lnTo>
                    <a:pt x="124" y="193"/>
                  </a:lnTo>
                  <a:lnTo>
                    <a:pt x="1411" y="1279"/>
                  </a:lnTo>
                  <a:cubicBezTo>
                    <a:pt x="1427" y="1287"/>
                    <a:pt x="1443" y="1290"/>
                    <a:pt x="1457" y="1290"/>
                  </a:cubicBezTo>
                  <a:cubicBezTo>
                    <a:pt x="1470" y="1290"/>
                    <a:pt x="1481" y="1287"/>
                    <a:pt x="1489" y="1279"/>
                  </a:cubicBezTo>
                  <a:lnTo>
                    <a:pt x="2746" y="148"/>
                  </a:lnTo>
                  <a:lnTo>
                    <a:pt x="3985" y="1279"/>
                  </a:lnTo>
                  <a:cubicBezTo>
                    <a:pt x="3992" y="1287"/>
                    <a:pt x="4008" y="1290"/>
                    <a:pt x="4024" y="1290"/>
                  </a:cubicBezTo>
                  <a:cubicBezTo>
                    <a:pt x="4040" y="1290"/>
                    <a:pt x="4055" y="1287"/>
                    <a:pt x="4063" y="1279"/>
                  </a:cubicBezTo>
                  <a:lnTo>
                    <a:pt x="5350" y="148"/>
                  </a:lnTo>
                  <a:lnTo>
                    <a:pt x="6633" y="1279"/>
                  </a:lnTo>
                  <a:cubicBezTo>
                    <a:pt x="6650" y="1287"/>
                    <a:pt x="6666" y="1290"/>
                    <a:pt x="6681" y="1290"/>
                  </a:cubicBezTo>
                  <a:cubicBezTo>
                    <a:pt x="6696" y="1290"/>
                    <a:pt x="6711" y="1287"/>
                    <a:pt x="6726" y="1279"/>
                  </a:cubicBezTo>
                  <a:lnTo>
                    <a:pt x="7920" y="119"/>
                  </a:lnTo>
                  <a:cubicBezTo>
                    <a:pt x="7935" y="85"/>
                    <a:pt x="7935" y="41"/>
                    <a:pt x="7920" y="26"/>
                  </a:cubicBezTo>
                  <a:cubicBezTo>
                    <a:pt x="7905" y="9"/>
                    <a:pt x="7890" y="1"/>
                    <a:pt x="7875" y="1"/>
                  </a:cubicBezTo>
                  <a:cubicBezTo>
                    <a:pt x="7860" y="1"/>
                    <a:pt x="7844" y="9"/>
                    <a:pt x="7827" y="26"/>
                  </a:cubicBezTo>
                  <a:lnTo>
                    <a:pt x="6681" y="1157"/>
                  </a:lnTo>
                  <a:lnTo>
                    <a:pt x="5394" y="26"/>
                  </a:lnTo>
                  <a:cubicBezTo>
                    <a:pt x="5380" y="9"/>
                    <a:pt x="5364" y="1"/>
                    <a:pt x="5348" y="1"/>
                  </a:cubicBezTo>
                  <a:cubicBezTo>
                    <a:pt x="5332" y="1"/>
                    <a:pt x="5316" y="9"/>
                    <a:pt x="5301" y="26"/>
                  </a:cubicBezTo>
                  <a:lnTo>
                    <a:pt x="4029" y="1157"/>
                  </a:lnTo>
                  <a:lnTo>
                    <a:pt x="2791" y="26"/>
                  </a:lnTo>
                  <a:cubicBezTo>
                    <a:pt x="2776" y="9"/>
                    <a:pt x="2760" y="1"/>
                    <a:pt x="2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9"/>
            <p:cNvSpPr/>
            <p:nvPr/>
          </p:nvSpPr>
          <p:spPr>
            <a:xfrm>
              <a:off x="827227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0" y="1287"/>
                    <a:pt x="64" y="1287"/>
                  </a:cubicBezTo>
                  <a:cubicBezTo>
                    <a:pt x="94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9"/>
            <p:cNvSpPr/>
            <p:nvPr/>
          </p:nvSpPr>
          <p:spPr>
            <a:xfrm>
              <a:off x="1164062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1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1" y="1287"/>
                    <a:pt x="64" y="1287"/>
                  </a:cubicBezTo>
                  <a:cubicBezTo>
                    <a:pt x="94" y="1287"/>
                    <a:pt x="124" y="1257"/>
                    <a:pt x="124" y="1228"/>
                  </a:cubicBezTo>
                  <a:lnTo>
                    <a:pt x="124" y="63"/>
                  </a:lnTo>
                  <a:cubicBezTo>
                    <a:pt x="124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9"/>
            <p:cNvSpPr/>
            <p:nvPr/>
          </p:nvSpPr>
          <p:spPr>
            <a:xfrm>
              <a:off x="1496971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0" y="0"/>
                  </a:moveTo>
                  <a:cubicBezTo>
                    <a:pt x="31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1" y="1287"/>
                    <a:pt x="60" y="1287"/>
                  </a:cubicBezTo>
                  <a:cubicBezTo>
                    <a:pt x="109" y="1287"/>
                    <a:pt x="124" y="1257"/>
                    <a:pt x="124" y="1228"/>
                  </a:cubicBezTo>
                  <a:lnTo>
                    <a:pt x="124" y="63"/>
                  </a:lnTo>
                  <a:cubicBezTo>
                    <a:pt x="124" y="19"/>
                    <a:pt x="109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9"/>
            <p:cNvSpPr/>
            <p:nvPr/>
          </p:nvSpPr>
          <p:spPr>
            <a:xfrm>
              <a:off x="1845583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0" y="1287"/>
                    <a:pt x="64" y="1287"/>
                  </a:cubicBezTo>
                  <a:cubicBezTo>
                    <a:pt x="94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69"/>
            <p:cNvSpPr/>
            <p:nvPr/>
          </p:nvSpPr>
          <p:spPr>
            <a:xfrm>
              <a:off x="2194196" y="403558"/>
              <a:ext cx="33239" cy="337095"/>
            </a:xfrm>
            <a:custGeom>
              <a:rect b="b" l="l" r="r" t="t"/>
              <a:pathLst>
                <a:path extrusionOk="0" h="1288" w="127">
                  <a:moveTo>
                    <a:pt x="63" y="0"/>
                  </a:moveTo>
                  <a:cubicBezTo>
                    <a:pt x="34" y="0"/>
                    <a:pt x="0" y="19"/>
                    <a:pt x="0" y="63"/>
                  </a:cubicBezTo>
                  <a:lnTo>
                    <a:pt x="0" y="1228"/>
                  </a:lnTo>
                  <a:cubicBezTo>
                    <a:pt x="0" y="1257"/>
                    <a:pt x="34" y="1287"/>
                    <a:pt x="63" y="1287"/>
                  </a:cubicBezTo>
                  <a:cubicBezTo>
                    <a:pt x="93" y="1287"/>
                    <a:pt x="127" y="1257"/>
                    <a:pt x="127" y="1228"/>
                  </a:cubicBezTo>
                  <a:lnTo>
                    <a:pt x="127" y="63"/>
                  </a:lnTo>
                  <a:cubicBezTo>
                    <a:pt x="127" y="19"/>
                    <a:pt x="93" y="0"/>
                    <a:pt x="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69"/>
            <p:cNvSpPr/>
            <p:nvPr/>
          </p:nvSpPr>
          <p:spPr>
            <a:xfrm>
              <a:off x="2506691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0" y="19"/>
                    <a:pt x="0" y="63"/>
                  </a:cubicBezTo>
                  <a:lnTo>
                    <a:pt x="0" y="1228"/>
                  </a:lnTo>
                  <a:cubicBezTo>
                    <a:pt x="0" y="1257"/>
                    <a:pt x="30" y="1287"/>
                    <a:pt x="64" y="1287"/>
                  </a:cubicBezTo>
                  <a:cubicBezTo>
                    <a:pt x="93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3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69"/>
            <p:cNvSpPr/>
            <p:nvPr/>
          </p:nvSpPr>
          <p:spPr>
            <a:xfrm>
              <a:off x="1837732" y="2626878"/>
              <a:ext cx="37426" cy="272974"/>
            </a:xfrm>
            <a:custGeom>
              <a:rect b="b" l="l" r="r" t="t"/>
              <a:pathLst>
                <a:path extrusionOk="0" h="1043" w="143">
                  <a:moveTo>
                    <a:pt x="1" y="1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69"/>
            <p:cNvSpPr/>
            <p:nvPr/>
          </p:nvSpPr>
          <p:spPr>
            <a:xfrm>
              <a:off x="1947916" y="2626878"/>
              <a:ext cx="249422" cy="272974"/>
            </a:xfrm>
            <a:custGeom>
              <a:rect b="b" l="l" r="r" t="t"/>
              <a:pathLst>
                <a:path extrusionOk="0" h="1043" w="953">
                  <a:moveTo>
                    <a:pt x="0" y="1"/>
                  </a:moveTo>
                  <a:lnTo>
                    <a:pt x="0" y="1042"/>
                  </a:lnTo>
                  <a:lnTo>
                    <a:pt x="138" y="1042"/>
                  </a:lnTo>
                  <a:lnTo>
                    <a:pt x="138" y="127"/>
                  </a:lnTo>
                  <a:lnTo>
                    <a:pt x="406" y="842"/>
                  </a:lnTo>
                  <a:lnTo>
                    <a:pt x="547" y="842"/>
                  </a:lnTo>
                  <a:lnTo>
                    <a:pt x="815" y="127"/>
                  </a:lnTo>
                  <a:lnTo>
                    <a:pt x="815" y="1042"/>
                  </a:lnTo>
                  <a:lnTo>
                    <a:pt x="952" y="1042"/>
                  </a:lnTo>
                  <a:lnTo>
                    <a:pt x="952" y="1"/>
                  </a:lnTo>
                  <a:lnTo>
                    <a:pt x="740" y="1"/>
                  </a:lnTo>
                  <a:lnTo>
                    <a:pt x="476" y="71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69"/>
            <p:cNvSpPr/>
            <p:nvPr/>
          </p:nvSpPr>
          <p:spPr>
            <a:xfrm>
              <a:off x="2270095" y="2626878"/>
              <a:ext cx="175354" cy="272974"/>
            </a:xfrm>
            <a:custGeom>
              <a:rect b="b" l="l" r="r" t="t"/>
              <a:pathLst>
                <a:path extrusionOk="0" h="1043" w="670">
                  <a:moveTo>
                    <a:pt x="317" y="116"/>
                  </a:moveTo>
                  <a:cubicBezTo>
                    <a:pt x="384" y="116"/>
                    <a:pt x="432" y="135"/>
                    <a:pt x="469" y="168"/>
                  </a:cubicBezTo>
                  <a:cubicBezTo>
                    <a:pt x="506" y="202"/>
                    <a:pt x="521" y="250"/>
                    <a:pt x="521" y="313"/>
                  </a:cubicBezTo>
                  <a:cubicBezTo>
                    <a:pt x="521" y="377"/>
                    <a:pt x="506" y="425"/>
                    <a:pt x="469" y="458"/>
                  </a:cubicBezTo>
                  <a:cubicBezTo>
                    <a:pt x="432" y="492"/>
                    <a:pt x="384" y="507"/>
                    <a:pt x="317" y="507"/>
                  </a:cubicBezTo>
                  <a:lnTo>
                    <a:pt x="142" y="507"/>
                  </a:lnTo>
                  <a:lnTo>
                    <a:pt x="142" y="116"/>
                  </a:lnTo>
                  <a:close/>
                  <a:moveTo>
                    <a:pt x="0" y="1"/>
                  </a:moveTo>
                  <a:lnTo>
                    <a:pt x="0" y="1042"/>
                  </a:lnTo>
                  <a:lnTo>
                    <a:pt x="142" y="1042"/>
                  </a:lnTo>
                  <a:lnTo>
                    <a:pt x="142" y="626"/>
                  </a:lnTo>
                  <a:lnTo>
                    <a:pt x="317" y="626"/>
                  </a:lnTo>
                  <a:cubicBezTo>
                    <a:pt x="436" y="626"/>
                    <a:pt x="521" y="596"/>
                    <a:pt x="581" y="544"/>
                  </a:cubicBezTo>
                  <a:cubicBezTo>
                    <a:pt x="640" y="492"/>
                    <a:pt x="670" y="414"/>
                    <a:pt x="670" y="313"/>
                  </a:cubicBezTo>
                  <a:cubicBezTo>
                    <a:pt x="670" y="209"/>
                    <a:pt x="640" y="135"/>
                    <a:pt x="581" y="83"/>
                  </a:cubicBezTo>
                  <a:cubicBezTo>
                    <a:pt x="521" y="27"/>
                    <a:pt x="436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69"/>
            <p:cNvSpPr/>
            <p:nvPr/>
          </p:nvSpPr>
          <p:spPr>
            <a:xfrm>
              <a:off x="2479472" y="2622167"/>
              <a:ext cx="252300" cy="282658"/>
            </a:xfrm>
            <a:custGeom>
              <a:rect b="b" l="l" r="r" t="t"/>
              <a:pathLst>
                <a:path extrusionOk="0" h="1080" w="964">
                  <a:moveTo>
                    <a:pt x="484" y="116"/>
                  </a:moveTo>
                  <a:cubicBezTo>
                    <a:pt x="584" y="116"/>
                    <a:pt x="666" y="153"/>
                    <a:pt x="725" y="231"/>
                  </a:cubicBezTo>
                  <a:cubicBezTo>
                    <a:pt x="785" y="305"/>
                    <a:pt x="815" y="410"/>
                    <a:pt x="815" y="540"/>
                  </a:cubicBezTo>
                  <a:cubicBezTo>
                    <a:pt x="815" y="674"/>
                    <a:pt x="785" y="774"/>
                    <a:pt x="725" y="852"/>
                  </a:cubicBezTo>
                  <a:cubicBezTo>
                    <a:pt x="666" y="927"/>
                    <a:pt x="584" y="967"/>
                    <a:pt x="484" y="967"/>
                  </a:cubicBezTo>
                  <a:cubicBezTo>
                    <a:pt x="380" y="967"/>
                    <a:pt x="298" y="927"/>
                    <a:pt x="238" y="852"/>
                  </a:cubicBezTo>
                  <a:cubicBezTo>
                    <a:pt x="179" y="774"/>
                    <a:pt x="149" y="674"/>
                    <a:pt x="149" y="540"/>
                  </a:cubicBezTo>
                  <a:cubicBezTo>
                    <a:pt x="149" y="410"/>
                    <a:pt x="179" y="305"/>
                    <a:pt x="238" y="231"/>
                  </a:cubicBezTo>
                  <a:cubicBezTo>
                    <a:pt x="298" y="153"/>
                    <a:pt x="380" y="116"/>
                    <a:pt x="484" y="116"/>
                  </a:cubicBezTo>
                  <a:close/>
                  <a:moveTo>
                    <a:pt x="484" y="0"/>
                  </a:moveTo>
                  <a:cubicBezTo>
                    <a:pt x="335" y="0"/>
                    <a:pt x="220" y="49"/>
                    <a:pt x="130" y="149"/>
                  </a:cubicBezTo>
                  <a:cubicBezTo>
                    <a:pt x="45" y="246"/>
                    <a:pt x="0" y="376"/>
                    <a:pt x="0" y="540"/>
                  </a:cubicBezTo>
                  <a:cubicBezTo>
                    <a:pt x="0" y="707"/>
                    <a:pt x="45" y="837"/>
                    <a:pt x="130" y="934"/>
                  </a:cubicBezTo>
                  <a:cubicBezTo>
                    <a:pt x="220" y="1031"/>
                    <a:pt x="335" y="1079"/>
                    <a:pt x="484" y="1079"/>
                  </a:cubicBezTo>
                  <a:cubicBezTo>
                    <a:pt x="629" y="1079"/>
                    <a:pt x="744" y="1031"/>
                    <a:pt x="833" y="934"/>
                  </a:cubicBezTo>
                  <a:cubicBezTo>
                    <a:pt x="919" y="837"/>
                    <a:pt x="964" y="703"/>
                    <a:pt x="964" y="540"/>
                  </a:cubicBezTo>
                  <a:cubicBezTo>
                    <a:pt x="964" y="376"/>
                    <a:pt x="919" y="246"/>
                    <a:pt x="833" y="149"/>
                  </a:cubicBezTo>
                  <a:cubicBezTo>
                    <a:pt x="744" y="49"/>
                    <a:pt x="629" y="0"/>
                    <a:pt x="4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69"/>
            <p:cNvSpPr/>
            <p:nvPr/>
          </p:nvSpPr>
          <p:spPr>
            <a:xfrm>
              <a:off x="2788826" y="2626878"/>
              <a:ext cx="212519" cy="272974"/>
            </a:xfrm>
            <a:custGeom>
              <a:rect b="b" l="l" r="r" t="t"/>
              <a:pathLst>
                <a:path extrusionOk="0" h="1043" w="812">
                  <a:moveTo>
                    <a:pt x="317" y="116"/>
                  </a:moveTo>
                  <a:cubicBezTo>
                    <a:pt x="388" y="116"/>
                    <a:pt x="436" y="135"/>
                    <a:pt x="473" y="165"/>
                  </a:cubicBezTo>
                  <a:cubicBezTo>
                    <a:pt x="507" y="194"/>
                    <a:pt x="525" y="239"/>
                    <a:pt x="525" y="302"/>
                  </a:cubicBezTo>
                  <a:cubicBezTo>
                    <a:pt x="525" y="362"/>
                    <a:pt x="507" y="410"/>
                    <a:pt x="473" y="440"/>
                  </a:cubicBezTo>
                  <a:cubicBezTo>
                    <a:pt x="436" y="470"/>
                    <a:pt x="388" y="488"/>
                    <a:pt x="317" y="488"/>
                  </a:cubicBezTo>
                  <a:lnTo>
                    <a:pt x="142" y="488"/>
                  </a:lnTo>
                  <a:lnTo>
                    <a:pt x="142" y="116"/>
                  </a:lnTo>
                  <a:close/>
                  <a:moveTo>
                    <a:pt x="1" y="1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604"/>
                  </a:lnTo>
                  <a:lnTo>
                    <a:pt x="295" y="604"/>
                  </a:lnTo>
                  <a:cubicBezTo>
                    <a:pt x="351" y="604"/>
                    <a:pt x="395" y="615"/>
                    <a:pt x="429" y="637"/>
                  </a:cubicBezTo>
                  <a:cubicBezTo>
                    <a:pt x="459" y="659"/>
                    <a:pt x="492" y="704"/>
                    <a:pt x="525" y="775"/>
                  </a:cubicBezTo>
                  <a:lnTo>
                    <a:pt x="659" y="1042"/>
                  </a:lnTo>
                  <a:lnTo>
                    <a:pt x="812" y="1042"/>
                  </a:lnTo>
                  <a:lnTo>
                    <a:pt x="671" y="756"/>
                  </a:lnTo>
                  <a:cubicBezTo>
                    <a:pt x="641" y="700"/>
                    <a:pt x="611" y="652"/>
                    <a:pt x="581" y="618"/>
                  </a:cubicBezTo>
                  <a:cubicBezTo>
                    <a:pt x="555" y="585"/>
                    <a:pt x="525" y="566"/>
                    <a:pt x="496" y="555"/>
                  </a:cubicBezTo>
                  <a:cubicBezTo>
                    <a:pt x="552" y="537"/>
                    <a:pt x="596" y="507"/>
                    <a:pt x="626" y="466"/>
                  </a:cubicBezTo>
                  <a:cubicBezTo>
                    <a:pt x="659" y="421"/>
                    <a:pt x="674" y="365"/>
                    <a:pt x="674" y="302"/>
                  </a:cubicBezTo>
                  <a:cubicBezTo>
                    <a:pt x="674" y="202"/>
                    <a:pt x="645" y="127"/>
                    <a:pt x="585" y="75"/>
                  </a:cubicBezTo>
                  <a:cubicBezTo>
                    <a:pt x="525" y="27"/>
                    <a:pt x="436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69"/>
            <p:cNvSpPr/>
            <p:nvPr/>
          </p:nvSpPr>
          <p:spPr>
            <a:xfrm>
              <a:off x="2983546" y="2626878"/>
              <a:ext cx="230054" cy="272974"/>
            </a:xfrm>
            <a:custGeom>
              <a:rect b="b" l="l" r="r" t="t"/>
              <a:pathLst>
                <a:path extrusionOk="0" h="1043" w="879">
                  <a:moveTo>
                    <a:pt x="1" y="1"/>
                  </a:moveTo>
                  <a:lnTo>
                    <a:pt x="1" y="120"/>
                  </a:lnTo>
                  <a:lnTo>
                    <a:pt x="369" y="120"/>
                  </a:lnTo>
                  <a:lnTo>
                    <a:pt x="369" y="1042"/>
                  </a:lnTo>
                  <a:lnTo>
                    <a:pt x="511" y="1042"/>
                  </a:lnTo>
                  <a:lnTo>
                    <a:pt x="511" y="120"/>
                  </a:lnTo>
                  <a:lnTo>
                    <a:pt x="879" y="120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69"/>
          <p:cNvGrpSpPr/>
          <p:nvPr/>
        </p:nvGrpSpPr>
        <p:grpSpPr>
          <a:xfrm>
            <a:off x="7547158" y="2477280"/>
            <a:ext cx="1533697" cy="1524515"/>
            <a:chOff x="5707539" y="420046"/>
            <a:chExt cx="3172073" cy="3152429"/>
          </a:xfrm>
        </p:grpSpPr>
        <p:sp>
          <p:nvSpPr>
            <p:cNvPr id="272" name="Google Shape;272;p69"/>
            <p:cNvSpPr/>
            <p:nvPr/>
          </p:nvSpPr>
          <p:spPr>
            <a:xfrm>
              <a:off x="7041269" y="1230858"/>
              <a:ext cx="219323" cy="454869"/>
            </a:xfrm>
            <a:custGeom>
              <a:rect b="b" l="l" r="r" t="t"/>
              <a:pathLst>
                <a:path extrusionOk="0" h="1738" w="838">
                  <a:moveTo>
                    <a:pt x="451" y="1"/>
                  </a:moveTo>
                  <a:cubicBezTo>
                    <a:pt x="406" y="1"/>
                    <a:pt x="358" y="49"/>
                    <a:pt x="358" y="94"/>
                  </a:cubicBezTo>
                  <a:lnTo>
                    <a:pt x="358" y="888"/>
                  </a:lnTo>
                  <a:lnTo>
                    <a:pt x="358" y="888"/>
                  </a:lnTo>
                  <a:cubicBezTo>
                    <a:pt x="268" y="914"/>
                    <a:pt x="188" y="966"/>
                    <a:pt x="127" y="1024"/>
                  </a:cubicBezTo>
                  <a:cubicBezTo>
                    <a:pt x="49" y="1102"/>
                    <a:pt x="1" y="1210"/>
                    <a:pt x="1" y="1321"/>
                  </a:cubicBezTo>
                  <a:cubicBezTo>
                    <a:pt x="1" y="1444"/>
                    <a:pt x="64" y="1567"/>
                    <a:pt x="172" y="1645"/>
                  </a:cubicBezTo>
                  <a:cubicBezTo>
                    <a:pt x="250" y="1708"/>
                    <a:pt x="343" y="1738"/>
                    <a:pt x="451" y="1738"/>
                  </a:cubicBezTo>
                  <a:cubicBezTo>
                    <a:pt x="529" y="1738"/>
                    <a:pt x="607" y="1708"/>
                    <a:pt x="685" y="1660"/>
                  </a:cubicBezTo>
                  <a:cubicBezTo>
                    <a:pt x="745" y="1630"/>
                    <a:pt x="778" y="1567"/>
                    <a:pt x="808" y="1522"/>
                  </a:cubicBezTo>
                  <a:cubicBezTo>
                    <a:pt x="838" y="1459"/>
                    <a:pt x="838" y="1396"/>
                    <a:pt x="838" y="1351"/>
                  </a:cubicBezTo>
                  <a:cubicBezTo>
                    <a:pt x="838" y="1303"/>
                    <a:pt x="838" y="1273"/>
                    <a:pt x="823" y="1243"/>
                  </a:cubicBezTo>
                  <a:cubicBezTo>
                    <a:pt x="823" y="1180"/>
                    <a:pt x="763" y="1165"/>
                    <a:pt x="715" y="1165"/>
                  </a:cubicBezTo>
                  <a:cubicBezTo>
                    <a:pt x="670" y="1180"/>
                    <a:pt x="637" y="1243"/>
                    <a:pt x="652" y="1288"/>
                  </a:cubicBezTo>
                  <a:lnTo>
                    <a:pt x="652" y="1351"/>
                  </a:lnTo>
                  <a:cubicBezTo>
                    <a:pt x="652" y="1381"/>
                    <a:pt x="652" y="1414"/>
                    <a:pt x="637" y="1444"/>
                  </a:cubicBezTo>
                  <a:cubicBezTo>
                    <a:pt x="622" y="1459"/>
                    <a:pt x="607" y="1489"/>
                    <a:pt x="577" y="1507"/>
                  </a:cubicBezTo>
                  <a:cubicBezTo>
                    <a:pt x="544" y="1537"/>
                    <a:pt x="499" y="1552"/>
                    <a:pt x="451" y="1552"/>
                  </a:cubicBezTo>
                  <a:cubicBezTo>
                    <a:pt x="391" y="1552"/>
                    <a:pt x="328" y="1522"/>
                    <a:pt x="280" y="1489"/>
                  </a:cubicBezTo>
                  <a:cubicBezTo>
                    <a:pt x="220" y="1444"/>
                    <a:pt x="187" y="1381"/>
                    <a:pt x="187" y="1321"/>
                  </a:cubicBezTo>
                  <a:cubicBezTo>
                    <a:pt x="187" y="1258"/>
                    <a:pt x="220" y="1195"/>
                    <a:pt x="265" y="1150"/>
                  </a:cubicBezTo>
                  <a:cubicBezTo>
                    <a:pt x="313" y="1102"/>
                    <a:pt x="373" y="1072"/>
                    <a:pt x="451" y="1057"/>
                  </a:cubicBezTo>
                  <a:cubicBezTo>
                    <a:pt x="499" y="1057"/>
                    <a:pt x="544" y="1024"/>
                    <a:pt x="544" y="964"/>
                  </a:cubicBezTo>
                  <a:lnTo>
                    <a:pt x="544" y="94"/>
                  </a:lnTo>
                  <a:cubicBezTo>
                    <a:pt x="544" y="49"/>
                    <a:pt x="514" y="1"/>
                    <a:pt x="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69"/>
            <p:cNvSpPr/>
            <p:nvPr/>
          </p:nvSpPr>
          <p:spPr>
            <a:xfrm>
              <a:off x="7138629" y="716053"/>
              <a:ext cx="48942" cy="556155"/>
            </a:xfrm>
            <a:custGeom>
              <a:rect b="b" l="l" r="r" t="t"/>
              <a:pathLst>
                <a:path extrusionOk="0" h="2125" w="187">
                  <a:moveTo>
                    <a:pt x="94" y="0"/>
                  </a:moveTo>
                  <a:cubicBezTo>
                    <a:pt x="34" y="0"/>
                    <a:pt x="1" y="48"/>
                    <a:pt x="1" y="93"/>
                  </a:cubicBezTo>
                  <a:lnTo>
                    <a:pt x="1" y="2031"/>
                  </a:lnTo>
                  <a:cubicBezTo>
                    <a:pt x="1" y="2079"/>
                    <a:pt x="34" y="2124"/>
                    <a:pt x="94" y="2124"/>
                  </a:cubicBezTo>
                  <a:cubicBezTo>
                    <a:pt x="142" y="2124"/>
                    <a:pt x="187" y="2079"/>
                    <a:pt x="187" y="2031"/>
                  </a:cubicBezTo>
                  <a:lnTo>
                    <a:pt x="187" y="93"/>
                  </a:lnTo>
                  <a:cubicBezTo>
                    <a:pt x="187" y="48"/>
                    <a:pt x="142" y="0"/>
                    <a:pt x="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69"/>
            <p:cNvSpPr/>
            <p:nvPr/>
          </p:nvSpPr>
          <p:spPr>
            <a:xfrm>
              <a:off x="7086023" y="1150248"/>
              <a:ext cx="150229" cy="256224"/>
            </a:xfrm>
            <a:custGeom>
              <a:rect b="b" l="l" r="r" t="t"/>
              <a:pathLst>
                <a:path extrusionOk="0" h="979" w="574">
                  <a:moveTo>
                    <a:pt x="202" y="0"/>
                  </a:moveTo>
                  <a:cubicBezTo>
                    <a:pt x="94" y="0"/>
                    <a:pt x="1" y="93"/>
                    <a:pt x="1" y="201"/>
                  </a:cubicBezTo>
                  <a:lnTo>
                    <a:pt x="1" y="774"/>
                  </a:lnTo>
                  <a:cubicBezTo>
                    <a:pt x="1" y="885"/>
                    <a:pt x="94" y="978"/>
                    <a:pt x="202" y="978"/>
                  </a:cubicBezTo>
                  <a:lnTo>
                    <a:pt x="373" y="978"/>
                  </a:lnTo>
                  <a:cubicBezTo>
                    <a:pt x="499" y="978"/>
                    <a:pt x="574" y="885"/>
                    <a:pt x="574" y="774"/>
                  </a:cubicBezTo>
                  <a:lnTo>
                    <a:pt x="574" y="201"/>
                  </a:lnTo>
                  <a:cubicBezTo>
                    <a:pt x="574" y="93"/>
                    <a:pt x="499" y="0"/>
                    <a:pt x="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69"/>
            <p:cNvSpPr/>
            <p:nvPr/>
          </p:nvSpPr>
          <p:spPr>
            <a:xfrm>
              <a:off x="7131039" y="1736765"/>
              <a:ext cx="1407805" cy="622894"/>
            </a:xfrm>
            <a:custGeom>
              <a:rect b="b" l="l" r="r" t="t"/>
              <a:pathLst>
                <a:path extrusionOk="0" h="2380" w="5379">
                  <a:moveTo>
                    <a:pt x="69" y="0"/>
                  </a:moveTo>
                  <a:cubicBezTo>
                    <a:pt x="47" y="0"/>
                    <a:pt x="26" y="15"/>
                    <a:pt x="15" y="39"/>
                  </a:cubicBezTo>
                  <a:cubicBezTo>
                    <a:pt x="0" y="69"/>
                    <a:pt x="15" y="99"/>
                    <a:pt x="48" y="114"/>
                  </a:cubicBezTo>
                  <a:lnTo>
                    <a:pt x="2883" y="1788"/>
                  </a:lnTo>
                  <a:cubicBezTo>
                    <a:pt x="2891" y="1793"/>
                    <a:pt x="2901" y="1795"/>
                    <a:pt x="2911" y="1795"/>
                  </a:cubicBezTo>
                  <a:cubicBezTo>
                    <a:pt x="2937" y="1795"/>
                    <a:pt x="2965" y="1779"/>
                    <a:pt x="2976" y="1758"/>
                  </a:cubicBezTo>
                  <a:cubicBezTo>
                    <a:pt x="2991" y="1728"/>
                    <a:pt x="2976" y="1695"/>
                    <a:pt x="2946" y="1680"/>
                  </a:cubicBezTo>
                  <a:lnTo>
                    <a:pt x="978" y="519"/>
                  </a:lnTo>
                  <a:lnTo>
                    <a:pt x="5286" y="2379"/>
                  </a:lnTo>
                  <a:cubicBezTo>
                    <a:pt x="5316" y="2379"/>
                    <a:pt x="5349" y="2364"/>
                    <a:pt x="5364" y="2331"/>
                  </a:cubicBezTo>
                  <a:cubicBezTo>
                    <a:pt x="5379" y="2301"/>
                    <a:pt x="5364" y="2271"/>
                    <a:pt x="5330" y="2253"/>
                  </a:cubicBezTo>
                  <a:lnTo>
                    <a:pt x="93" y="6"/>
                  </a:lnTo>
                  <a:cubicBezTo>
                    <a:pt x="85" y="2"/>
                    <a:pt x="77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69"/>
            <p:cNvSpPr/>
            <p:nvPr/>
          </p:nvSpPr>
          <p:spPr>
            <a:xfrm>
              <a:off x="5711465" y="1738073"/>
              <a:ext cx="1456747" cy="476854"/>
            </a:xfrm>
            <a:custGeom>
              <a:rect b="b" l="l" r="r" t="t"/>
              <a:pathLst>
                <a:path extrusionOk="0" h="1822" w="5566">
                  <a:moveTo>
                    <a:pt x="5487" y="1"/>
                  </a:moveTo>
                  <a:lnTo>
                    <a:pt x="45" y="1597"/>
                  </a:lnTo>
                  <a:cubicBezTo>
                    <a:pt x="16" y="1615"/>
                    <a:pt x="1" y="1645"/>
                    <a:pt x="1" y="1675"/>
                  </a:cubicBezTo>
                  <a:cubicBezTo>
                    <a:pt x="13" y="1702"/>
                    <a:pt x="35" y="1727"/>
                    <a:pt x="61" y="1727"/>
                  </a:cubicBezTo>
                  <a:cubicBezTo>
                    <a:pt x="67" y="1727"/>
                    <a:pt x="73" y="1726"/>
                    <a:pt x="79" y="1723"/>
                  </a:cubicBezTo>
                  <a:lnTo>
                    <a:pt x="5037" y="265"/>
                  </a:lnTo>
                  <a:lnTo>
                    <a:pt x="5037" y="265"/>
                  </a:lnTo>
                  <a:lnTo>
                    <a:pt x="2571" y="1708"/>
                  </a:lnTo>
                  <a:cubicBezTo>
                    <a:pt x="2541" y="1723"/>
                    <a:pt x="2541" y="1768"/>
                    <a:pt x="2556" y="1783"/>
                  </a:cubicBezTo>
                  <a:cubicBezTo>
                    <a:pt x="2567" y="1807"/>
                    <a:pt x="2588" y="1822"/>
                    <a:pt x="2610" y="1822"/>
                  </a:cubicBezTo>
                  <a:cubicBezTo>
                    <a:pt x="2618" y="1822"/>
                    <a:pt x="2626" y="1820"/>
                    <a:pt x="2634" y="1816"/>
                  </a:cubicBezTo>
                  <a:lnTo>
                    <a:pt x="5532" y="109"/>
                  </a:lnTo>
                  <a:cubicBezTo>
                    <a:pt x="5565" y="94"/>
                    <a:pt x="5565" y="64"/>
                    <a:pt x="5547" y="34"/>
                  </a:cubicBezTo>
                  <a:cubicBezTo>
                    <a:pt x="5547" y="1"/>
                    <a:pt x="5517" y="1"/>
                    <a:pt x="5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69"/>
            <p:cNvSpPr/>
            <p:nvPr/>
          </p:nvSpPr>
          <p:spPr>
            <a:xfrm>
              <a:off x="7131039" y="1611924"/>
              <a:ext cx="41090" cy="168024"/>
            </a:xfrm>
            <a:custGeom>
              <a:rect b="b" l="l" r="r" t="t"/>
              <a:pathLst>
                <a:path extrusionOk="0" h="642" w="157">
                  <a:moveTo>
                    <a:pt x="78" y="0"/>
                  </a:moveTo>
                  <a:cubicBezTo>
                    <a:pt x="39" y="0"/>
                    <a:pt x="0" y="27"/>
                    <a:pt x="0" y="81"/>
                  </a:cubicBezTo>
                  <a:lnTo>
                    <a:pt x="0" y="561"/>
                  </a:lnTo>
                  <a:cubicBezTo>
                    <a:pt x="0" y="615"/>
                    <a:pt x="39" y="642"/>
                    <a:pt x="78" y="642"/>
                  </a:cubicBezTo>
                  <a:cubicBezTo>
                    <a:pt x="117" y="642"/>
                    <a:pt x="156" y="615"/>
                    <a:pt x="156" y="561"/>
                  </a:cubicBezTo>
                  <a:lnTo>
                    <a:pt x="156" y="81"/>
                  </a:lnTo>
                  <a:cubicBezTo>
                    <a:pt x="156" y="27"/>
                    <a:pt x="117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9"/>
            <p:cNvSpPr/>
            <p:nvPr/>
          </p:nvSpPr>
          <p:spPr>
            <a:xfrm>
              <a:off x="7098848" y="1713733"/>
              <a:ext cx="105212" cy="82180"/>
            </a:xfrm>
            <a:custGeom>
              <a:rect b="b" l="l" r="r" t="t"/>
              <a:pathLst>
                <a:path extrusionOk="0" h="314" w="402">
                  <a:moveTo>
                    <a:pt x="201" y="1"/>
                  </a:moveTo>
                  <a:cubicBezTo>
                    <a:pt x="0" y="1"/>
                    <a:pt x="0" y="313"/>
                    <a:pt x="201" y="313"/>
                  </a:cubicBezTo>
                  <a:cubicBezTo>
                    <a:pt x="402" y="313"/>
                    <a:pt x="402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9"/>
            <p:cNvSpPr/>
            <p:nvPr/>
          </p:nvSpPr>
          <p:spPr>
            <a:xfrm>
              <a:off x="5707539" y="2160753"/>
              <a:ext cx="2835240" cy="1411718"/>
            </a:xfrm>
            <a:custGeom>
              <a:rect b="b" l="l" r="r" t="t"/>
              <a:pathLst>
                <a:path extrusionOk="0" h="5394" w="10833">
                  <a:moveTo>
                    <a:pt x="1" y="0"/>
                  </a:moveTo>
                  <a:lnTo>
                    <a:pt x="1" y="4973"/>
                  </a:lnTo>
                  <a:lnTo>
                    <a:pt x="8352" y="4973"/>
                  </a:lnTo>
                  <a:lnTo>
                    <a:pt x="10833" y="5394"/>
                  </a:lnTo>
                  <a:lnTo>
                    <a:pt x="10833" y="759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69"/>
            <p:cNvSpPr/>
            <p:nvPr/>
          </p:nvSpPr>
          <p:spPr>
            <a:xfrm>
              <a:off x="5707539" y="3462291"/>
              <a:ext cx="2835240" cy="110184"/>
            </a:xfrm>
            <a:custGeom>
              <a:rect b="b" l="l" r="r" t="t"/>
              <a:pathLst>
                <a:path extrusionOk="0" h="421" w="10833">
                  <a:moveTo>
                    <a:pt x="1" y="0"/>
                  </a:moveTo>
                  <a:lnTo>
                    <a:pt x="1005" y="421"/>
                  </a:lnTo>
                  <a:lnTo>
                    <a:pt x="10833" y="421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69"/>
            <p:cNvSpPr/>
            <p:nvPr/>
          </p:nvSpPr>
          <p:spPr>
            <a:xfrm>
              <a:off x="770342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9"/>
            <p:cNvSpPr/>
            <p:nvPr/>
          </p:nvSpPr>
          <p:spPr>
            <a:xfrm>
              <a:off x="7597165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9"/>
            <p:cNvSpPr/>
            <p:nvPr/>
          </p:nvSpPr>
          <p:spPr>
            <a:xfrm>
              <a:off x="7499804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9"/>
            <p:cNvSpPr/>
            <p:nvPr/>
          </p:nvSpPr>
          <p:spPr>
            <a:xfrm>
              <a:off x="7398518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" y="0"/>
                  </a:moveTo>
                  <a:lnTo>
                    <a:pt x="1" y="4230"/>
                  </a:lnTo>
                  <a:lnTo>
                    <a:pt x="124" y="4230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9"/>
            <p:cNvSpPr/>
            <p:nvPr/>
          </p:nvSpPr>
          <p:spPr>
            <a:xfrm>
              <a:off x="729356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9"/>
            <p:cNvSpPr/>
            <p:nvPr/>
          </p:nvSpPr>
          <p:spPr>
            <a:xfrm>
              <a:off x="7187310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9"/>
            <p:cNvSpPr/>
            <p:nvPr/>
          </p:nvSpPr>
          <p:spPr>
            <a:xfrm>
              <a:off x="7089949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69"/>
            <p:cNvSpPr/>
            <p:nvPr/>
          </p:nvSpPr>
          <p:spPr>
            <a:xfrm>
              <a:off x="6988663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69"/>
            <p:cNvSpPr/>
            <p:nvPr/>
          </p:nvSpPr>
          <p:spPr>
            <a:xfrm>
              <a:off x="6891303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69"/>
            <p:cNvSpPr/>
            <p:nvPr/>
          </p:nvSpPr>
          <p:spPr>
            <a:xfrm>
              <a:off x="678635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9"/>
            <p:cNvSpPr/>
            <p:nvPr/>
          </p:nvSpPr>
          <p:spPr>
            <a:xfrm>
              <a:off x="668899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9"/>
            <p:cNvSpPr/>
            <p:nvPr/>
          </p:nvSpPr>
          <p:spPr>
            <a:xfrm>
              <a:off x="6591632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9"/>
            <p:cNvSpPr/>
            <p:nvPr/>
          </p:nvSpPr>
          <p:spPr>
            <a:xfrm>
              <a:off x="6481448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9"/>
            <p:cNvSpPr/>
            <p:nvPr/>
          </p:nvSpPr>
          <p:spPr>
            <a:xfrm>
              <a:off x="637649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69"/>
            <p:cNvSpPr/>
            <p:nvPr/>
          </p:nvSpPr>
          <p:spPr>
            <a:xfrm>
              <a:off x="627913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69"/>
            <p:cNvSpPr/>
            <p:nvPr/>
          </p:nvSpPr>
          <p:spPr>
            <a:xfrm>
              <a:off x="6181777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9"/>
            <p:cNvSpPr/>
            <p:nvPr/>
          </p:nvSpPr>
          <p:spPr>
            <a:xfrm>
              <a:off x="6080491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9"/>
            <p:cNvSpPr/>
            <p:nvPr/>
          </p:nvSpPr>
          <p:spPr>
            <a:xfrm>
              <a:off x="5983131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9"/>
            <p:cNvSpPr/>
            <p:nvPr/>
          </p:nvSpPr>
          <p:spPr>
            <a:xfrm>
              <a:off x="5889697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9"/>
            <p:cNvSpPr/>
            <p:nvPr/>
          </p:nvSpPr>
          <p:spPr>
            <a:xfrm>
              <a:off x="5792336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9"/>
            <p:cNvSpPr/>
            <p:nvPr/>
          </p:nvSpPr>
          <p:spPr>
            <a:xfrm>
              <a:off x="8266909" y="2258113"/>
              <a:ext cx="8113" cy="262"/>
            </a:xfrm>
            <a:custGeom>
              <a:rect b="b" l="l" r="r" t="t"/>
              <a:pathLst>
                <a:path extrusionOk="0" h="1" w="31">
                  <a:moveTo>
                    <a:pt x="3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9"/>
            <p:cNvSpPr/>
            <p:nvPr/>
          </p:nvSpPr>
          <p:spPr>
            <a:xfrm>
              <a:off x="5707539" y="2160753"/>
              <a:ext cx="2835240" cy="243661"/>
            </a:xfrm>
            <a:custGeom>
              <a:rect b="b" l="l" r="r" t="t"/>
              <a:pathLst>
                <a:path extrusionOk="0" h="931" w="10833">
                  <a:moveTo>
                    <a:pt x="1" y="0"/>
                  </a:moveTo>
                  <a:lnTo>
                    <a:pt x="1" y="372"/>
                  </a:lnTo>
                  <a:lnTo>
                    <a:pt x="8352" y="372"/>
                  </a:lnTo>
                  <a:lnTo>
                    <a:pt x="10833" y="930"/>
                  </a:lnTo>
                  <a:lnTo>
                    <a:pt x="10833" y="651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9"/>
            <p:cNvSpPr/>
            <p:nvPr/>
          </p:nvSpPr>
          <p:spPr>
            <a:xfrm>
              <a:off x="5707539" y="3364931"/>
              <a:ext cx="2835240" cy="207544"/>
            </a:xfrm>
            <a:custGeom>
              <a:rect b="b" l="l" r="r" t="t"/>
              <a:pathLst>
                <a:path extrusionOk="0" h="793" w="10833">
                  <a:moveTo>
                    <a:pt x="1" y="1"/>
                  </a:moveTo>
                  <a:lnTo>
                    <a:pt x="1" y="372"/>
                  </a:lnTo>
                  <a:lnTo>
                    <a:pt x="8352" y="372"/>
                  </a:lnTo>
                  <a:lnTo>
                    <a:pt x="10833" y="793"/>
                  </a:lnTo>
                  <a:lnTo>
                    <a:pt x="10833" y="465"/>
                  </a:lnTo>
                  <a:lnTo>
                    <a:pt x="83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9"/>
            <p:cNvSpPr/>
            <p:nvPr/>
          </p:nvSpPr>
          <p:spPr>
            <a:xfrm>
              <a:off x="7836639" y="2160753"/>
              <a:ext cx="56794" cy="1301795"/>
            </a:xfrm>
            <a:custGeom>
              <a:rect b="b" l="l" r="r" t="t"/>
              <a:pathLst>
                <a:path extrusionOk="0" h="4974" w="217">
                  <a:moveTo>
                    <a:pt x="1" y="0"/>
                  </a:moveTo>
                  <a:lnTo>
                    <a:pt x="1" y="4973"/>
                  </a:lnTo>
                  <a:lnTo>
                    <a:pt x="217" y="497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69"/>
            <p:cNvSpPr/>
            <p:nvPr/>
          </p:nvSpPr>
          <p:spPr>
            <a:xfrm>
              <a:off x="7893171" y="2258113"/>
              <a:ext cx="365365" cy="1176170"/>
            </a:xfrm>
            <a:custGeom>
              <a:rect b="b" l="l" r="r" t="t"/>
              <a:pathLst>
                <a:path extrusionOk="0" h="4494" w="1396">
                  <a:moveTo>
                    <a:pt x="1" y="0"/>
                  </a:moveTo>
                  <a:lnTo>
                    <a:pt x="1" y="4230"/>
                  </a:lnTo>
                  <a:lnTo>
                    <a:pt x="265" y="4293"/>
                  </a:lnTo>
                  <a:lnTo>
                    <a:pt x="265" y="60"/>
                  </a:lnTo>
                  <a:lnTo>
                    <a:pt x="1" y="0"/>
                  </a:lnTo>
                  <a:close/>
                  <a:moveTo>
                    <a:pt x="391" y="75"/>
                  </a:moveTo>
                  <a:lnTo>
                    <a:pt x="391" y="4308"/>
                  </a:lnTo>
                  <a:lnTo>
                    <a:pt x="577" y="4337"/>
                  </a:lnTo>
                  <a:lnTo>
                    <a:pt x="577" y="123"/>
                  </a:lnTo>
                  <a:lnTo>
                    <a:pt x="391" y="75"/>
                  </a:lnTo>
                  <a:close/>
                  <a:moveTo>
                    <a:pt x="700" y="153"/>
                  </a:moveTo>
                  <a:lnTo>
                    <a:pt x="700" y="4371"/>
                  </a:lnTo>
                  <a:lnTo>
                    <a:pt x="901" y="4401"/>
                  </a:lnTo>
                  <a:lnTo>
                    <a:pt x="901" y="201"/>
                  </a:lnTo>
                  <a:lnTo>
                    <a:pt x="700" y="153"/>
                  </a:lnTo>
                  <a:close/>
                  <a:moveTo>
                    <a:pt x="1023" y="216"/>
                  </a:moveTo>
                  <a:lnTo>
                    <a:pt x="1023" y="4430"/>
                  </a:lnTo>
                  <a:lnTo>
                    <a:pt x="1180" y="4464"/>
                  </a:lnTo>
                  <a:lnTo>
                    <a:pt x="1180" y="261"/>
                  </a:lnTo>
                  <a:lnTo>
                    <a:pt x="1023" y="216"/>
                  </a:lnTo>
                  <a:close/>
                  <a:moveTo>
                    <a:pt x="1302" y="294"/>
                  </a:moveTo>
                  <a:lnTo>
                    <a:pt x="1302" y="4479"/>
                  </a:lnTo>
                  <a:lnTo>
                    <a:pt x="1395" y="4494"/>
                  </a:lnTo>
                  <a:lnTo>
                    <a:pt x="1395" y="309"/>
                  </a:lnTo>
                  <a:lnTo>
                    <a:pt x="1302" y="2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69"/>
            <p:cNvSpPr/>
            <p:nvPr/>
          </p:nvSpPr>
          <p:spPr>
            <a:xfrm>
              <a:off x="8201740" y="2326160"/>
              <a:ext cx="32454" cy="1104197"/>
            </a:xfrm>
            <a:custGeom>
              <a:rect b="b" l="l" r="r" t="t"/>
              <a:pathLst>
                <a:path extrusionOk="0" h="4219" w="124">
                  <a:moveTo>
                    <a:pt x="1" y="1"/>
                  </a:moveTo>
                  <a:lnTo>
                    <a:pt x="1" y="4204"/>
                  </a:lnTo>
                  <a:lnTo>
                    <a:pt x="123" y="4219"/>
                  </a:lnTo>
                  <a:lnTo>
                    <a:pt x="123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69"/>
            <p:cNvSpPr/>
            <p:nvPr/>
          </p:nvSpPr>
          <p:spPr>
            <a:xfrm>
              <a:off x="8128720" y="2310719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" y="0"/>
                  </a:moveTo>
                  <a:lnTo>
                    <a:pt x="1" y="4200"/>
                  </a:lnTo>
                  <a:lnTo>
                    <a:pt x="123" y="4229"/>
                  </a:lnTo>
                  <a:lnTo>
                    <a:pt x="12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9"/>
            <p:cNvSpPr/>
            <p:nvPr/>
          </p:nvSpPr>
          <p:spPr>
            <a:xfrm>
              <a:off x="8044184" y="2290043"/>
              <a:ext cx="32192" cy="1112048"/>
            </a:xfrm>
            <a:custGeom>
              <a:rect b="b" l="l" r="r" t="t"/>
              <a:pathLst>
                <a:path extrusionOk="0" h="4249" w="123">
                  <a:moveTo>
                    <a:pt x="0" y="1"/>
                  </a:moveTo>
                  <a:lnTo>
                    <a:pt x="0" y="4215"/>
                  </a:lnTo>
                  <a:lnTo>
                    <a:pt x="123" y="4249"/>
                  </a:lnTo>
                  <a:lnTo>
                    <a:pt x="123" y="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9"/>
            <p:cNvSpPr/>
            <p:nvPr/>
          </p:nvSpPr>
          <p:spPr>
            <a:xfrm>
              <a:off x="7962265" y="2273554"/>
              <a:ext cx="33500" cy="1112048"/>
            </a:xfrm>
            <a:custGeom>
              <a:rect b="b" l="l" r="r" t="t"/>
              <a:pathLst>
                <a:path extrusionOk="0" h="4249" w="128">
                  <a:moveTo>
                    <a:pt x="1" y="1"/>
                  </a:moveTo>
                  <a:lnTo>
                    <a:pt x="1" y="4234"/>
                  </a:lnTo>
                  <a:lnTo>
                    <a:pt x="127" y="4249"/>
                  </a:lnTo>
                  <a:lnTo>
                    <a:pt x="127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69"/>
            <p:cNvSpPr/>
            <p:nvPr/>
          </p:nvSpPr>
          <p:spPr>
            <a:xfrm>
              <a:off x="8274760" y="2342649"/>
              <a:ext cx="268004" cy="1144240"/>
            </a:xfrm>
            <a:custGeom>
              <a:rect b="b" l="l" r="r" t="t"/>
              <a:pathLst>
                <a:path extrusionOk="0" h="4372" w="1024">
                  <a:moveTo>
                    <a:pt x="1" y="1"/>
                  </a:moveTo>
                  <a:lnTo>
                    <a:pt x="1" y="4185"/>
                  </a:lnTo>
                  <a:lnTo>
                    <a:pt x="64" y="4200"/>
                  </a:lnTo>
                  <a:lnTo>
                    <a:pt x="64" y="16"/>
                  </a:lnTo>
                  <a:lnTo>
                    <a:pt x="1" y="1"/>
                  </a:lnTo>
                  <a:close/>
                  <a:moveTo>
                    <a:pt x="187" y="31"/>
                  </a:moveTo>
                  <a:lnTo>
                    <a:pt x="187" y="4215"/>
                  </a:lnTo>
                  <a:lnTo>
                    <a:pt x="295" y="4234"/>
                  </a:lnTo>
                  <a:lnTo>
                    <a:pt x="295" y="64"/>
                  </a:lnTo>
                  <a:lnTo>
                    <a:pt x="187" y="31"/>
                  </a:lnTo>
                  <a:close/>
                  <a:moveTo>
                    <a:pt x="421" y="94"/>
                  </a:moveTo>
                  <a:lnTo>
                    <a:pt x="421" y="4264"/>
                  </a:lnTo>
                  <a:lnTo>
                    <a:pt x="544" y="4278"/>
                  </a:lnTo>
                  <a:lnTo>
                    <a:pt x="544" y="109"/>
                  </a:lnTo>
                  <a:lnTo>
                    <a:pt x="421" y="94"/>
                  </a:lnTo>
                  <a:close/>
                  <a:moveTo>
                    <a:pt x="667" y="142"/>
                  </a:moveTo>
                  <a:lnTo>
                    <a:pt x="667" y="4308"/>
                  </a:lnTo>
                  <a:lnTo>
                    <a:pt x="760" y="4327"/>
                  </a:lnTo>
                  <a:lnTo>
                    <a:pt x="760" y="172"/>
                  </a:lnTo>
                  <a:lnTo>
                    <a:pt x="667" y="142"/>
                  </a:lnTo>
                  <a:close/>
                  <a:moveTo>
                    <a:pt x="886" y="187"/>
                  </a:moveTo>
                  <a:lnTo>
                    <a:pt x="886" y="4342"/>
                  </a:lnTo>
                  <a:lnTo>
                    <a:pt x="1024" y="4371"/>
                  </a:lnTo>
                  <a:lnTo>
                    <a:pt x="1024" y="235"/>
                  </a:lnTo>
                  <a:lnTo>
                    <a:pt x="886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69"/>
            <p:cNvSpPr/>
            <p:nvPr/>
          </p:nvSpPr>
          <p:spPr>
            <a:xfrm>
              <a:off x="8291249" y="2346575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" y="1"/>
                  </a:moveTo>
                  <a:lnTo>
                    <a:pt x="1" y="4185"/>
                  </a:lnTo>
                  <a:lnTo>
                    <a:pt x="124" y="4200"/>
                  </a:lnTo>
                  <a:lnTo>
                    <a:pt x="124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69"/>
            <p:cNvSpPr/>
            <p:nvPr/>
          </p:nvSpPr>
          <p:spPr>
            <a:xfrm>
              <a:off x="8351706" y="2359399"/>
              <a:ext cx="33500" cy="1099224"/>
            </a:xfrm>
            <a:custGeom>
              <a:rect b="b" l="l" r="r" t="t"/>
              <a:pathLst>
                <a:path extrusionOk="0" h="4200" w="128">
                  <a:moveTo>
                    <a:pt x="1" y="0"/>
                  </a:moveTo>
                  <a:lnTo>
                    <a:pt x="1" y="4170"/>
                  </a:lnTo>
                  <a:lnTo>
                    <a:pt x="127" y="4200"/>
                  </a:lnTo>
                  <a:lnTo>
                    <a:pt x="127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69"/>
            <p:cNvSpPr/>
            <p:nvPr/>
          </p:nvSpPr>
          <p:spPr>
            <a:xfrm>
              <a:off x="8416875" y="2370915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" y="1"/>
                  </a:moveTo>
                  <a:lnTo>
                    <a:pt x="1" y="4170"/>
                  </a:lnTo>
                  <a:lnTo>
                    <a:pt x="124" y="4200"/>
                  </a:lnTo>
                  <a:lnTo>
                    <a:pt x="124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69"/>
            <p:cNvSpPr/>
            <p:nvPr/>
          </p:nvSpPr>
          <p:spPr>
            <a:xfrm>
              <a:off x="8473407" y="2387403"/>
              <a:ext cx="33239" cy="1091634"/>
            </a:xfrm>
            <a:custGeom>
              <a:rect b="b" l="l" r="r" t="t"/>
              <a:pathLst>
                <a:path extrusionOk="0" h="4171" w="127">
                  <a:moveTo>
                    <a:pt x="1" y="1"/>
                  </a:moveTo>
                  <a:lnTo>
                    <a:pt x="1" y="4156"/>
                  </a:lnTo>
                  <a:lnTo>
                    <a:pt x="127" y="4171"/>
                  </a:lnTo>
                  <a:lnTo>
                    <a:pt x="127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69"/>
            <p:cNvSpPr/>
            <p:nvPr/>
          </p:nvSpPr>
          <p:spPr>
            <a:xfrm>
              <a:off x="8258272" y="2338723"/>
              <a:ext cx="16750" cy="1099486"/>
            </a:xfrm>
            <a:custGeom>
              <a:rect b="b" l="l" r="r" t="t"/>
              <a:pathLst>
                <a:path extrusionOk="0" h="4201" w="64">
                  <a:moveTo>
                    <a:pt x="0" y="1"/>
                  </a:moveTo>
                  <a:lnTo>
                    <a:pt x="0" y="4186"/>
                  </a:lnTo>
                  <a:lnTo>
                    <a:pt x="64" y="4200"/>
                  </a:lnTo>
                  <a:lnTo>
                    <a:pt x="64" y="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69"/>
            <p:cNvSpPr/>
            <p:nvPr/>
          </p:nvSpPr>
          <p:spPr>
            <a:xfrm>
              <a:off x="7893171" y="2160753"/>
              <a:ext cx="649595" cy="243661"/>
            </a:xfrm>
            <a:custGeom>
              <a:rect b="b" l="l" r="r" t="t"/>
              <a:pathLst>
                <a:path extrusionOk="0" h="931" w="2482">
                  <a:moveTo>
                    <a:pt x="1" y="0"/>
                  </a:moveTo>
                  <a:lnTo>
                    <a:pt x="1" y="372"/>
                  </a:lnTo>
                  <a:lnTo>
                    <a:pt x="265" y="432"/>
                  </a:lnTo>
                  <a:lnTo>
                    <a:pt x="391" y="447"/>
                  </a:lnTo>
                  <a:lnTo>
                    <a:pt x="577" y="495"/>
                  </a:lnTo>
                  <a:lnTo>
                    <a:pt x="700" y="525"/>
                  </a:lnTo>
                  <a:lnTo>
                    <a:pt x="901" y="573"/>
                  </a:lnTo>
                  <a:lnTo>
                    <a:pt x="1023" y="588"/>
                  </a:lnTo>
                  <a:lnTo>
                    <a:pt x="1180" y="633"/>
                  </a:lnTo>
                  <a:lnTo>
                    <a:pt x="1302" y="666"/>
                  </a:lnTo>
                  <a:lnTo>
                    <a:pt x="1395" y="681"/>
                  </a:lnTo>
                  <a:lnTo>
                    <a:pt x="1459" y="696"/>
                  </a:lnTo>
                  <a:lnTo>
                    <a:pt x="1522" y="711"/>
                  </a:lnTo>
                  <a:lnTo>
                    <a:pt x="1645" y="726"/>
                  </a:lnTo>
                  <a:lnTo>
                    <a:pt x="1753" y="759"/>
                  </a:lnTo>
                  <a:lnTo>
                    <a:pt x="1879" y="789"/>
                  </a:lnTo>
                  <a:lnTo>
                    <a:pt x="2002" y="804"/>
                  </a:lnTo>
                  <a:lnTo>
                    <a:pt x="2125" y="837"/>
                  </a:lnTo>
                  <a:lnTo>
                    <a:pt x="2218" y="867"/>
                  </a:lnTo>
                  <a:lnTo>
                    <a:pt x="2344" y="882"/>
                  </a:lnTo>
                  <a:lnTo>
                    <a:pt x="2482" y="930"/>
                  </a:lnTo>
                  <a:lnTo>
                    <a:pt x="2482" y="651"/>
                  </a:lnTo>
                  <a:lnTo>
                    <a:pt x="2359" y="603"/>
                  </a:lnTo>
                  <a:lnTo>
                    <a:pt x="1552" y="402"/>
                  </a:lnTo>
                  <a:lnTo>
                    <a:pt x="1459" y="372"/>
                  </a:lnTo>
                  <a:lnTo>
                    <a:pt x="1429" y="3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69"/>
            <p:cNvSpPr/>
            <p:nvPr/>
          </p:nvSpPr>
          <p:spPr>
            <a:xfrm>
              <a:off x="7893171" y="3364931"/>
              <a:ext cx="649595" cy="207544"/>
            </a:xfrm>
            <a:custGeom>
              <a:rect b="b" l="l" r="r" t="t"/>
              <a:pathLst>
                <a:path extrusionOk="0" h="793" w="2482">
                  <a:moveTo>
                    <a:pt x="1" y="1"/>
                  </a:moveTo>
                  <a:lnTo>
                    <a:pt x="1" y="372"/>
                  </a:lnTo>
                  <a:lnTo>
                    <a:pt x="2482" y="793"/>
                  </a:lnTo>
                  <a:lnTo>
                    <a:pt x="2482" y="465"/>
                  </a:lnTo>
                  <a:lnTo>
                    <a:pt x="2344" y="436"/>
                  </a:lnTo>
                  <a:lnTo>
                    <a:pt x="2218" y="421"/>
                  </a:lnTo>
                  <a:lnTo>
                    <a:pt x="2125" y="402"/>
                  </a:lnTo>
                  <a:lnTo>
                    <a:pt x="2002" y="372"/>
                  </a:lnTo>
                  <a:lnTo>
                    <a:pt x="1879" y="358"/>
                  </a:lnTo>
                  <a:lnTo>
                    <a:pt x="1753" y="328"/>
                  </a:lnTo>
                  <a:lnTo>
                    <a:pt x="1645" y="309"/>
                  </a:lnTo>
                  <a:lnTo>
                    <a:pt x="1522" y="294"/>
                  </a:lnTo>
                  <a:lnTo>
                    <a:pt x="1459" y="279"/>
                  </a:lnTo>
                  <a:lnTo>
                    <a:pt x="1395" y="265"/>
                  </a:lnTo>
                  <a:lnTo>
                    <a:pt x="1302" y="250"/>
                  </a:lnTo>
                  <a:lnTo>
                    <a:pt x="1180" y="235"/>
                  </a:lnTo>
                  <a:lnTo>
                    <a:pt x="1023" y="201"/>
                  </a:lnTo>
                  <a:lnTo>
                    <a:pt x="901" y="172"/>
                  </a:lnTo>
                  <a:lnTo>
                    <a:pt x="700" y="142"/>
                  </a:lnTo>
                  <a:lnTo>
                    <a:pt x="577" y="108"/>
                  </a:lnTo>
                  <a:lnTo>
                    <a:pt x="391" y="79"/>
                  </a:lnTo>
                  <a:lnTo>
                    <a:pt x="265" y="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69"/>
            <p:cNvSpPr/>
            <p:nvPr/>
          </p:nvSpPr>
          <p:spPr>
            <a:xfrm>
              <a:off x="6348232" y="420046"/>
              <a:ext cx="2531380" cy="337095"/>
            </a:xfrm>
            <a:custGeom>
              <a:rect b="b" l="l" r="r" t="t"/>
              <a:pathLst>
                <a:path extrusionOk="0" h="1288" w="9672">
                  <a:moveTo>
                    <a:pt x="9549" y="123"/>
                  </a:moveTo>
                  <a:lnTo>
                    <a:pt x="9549" y="1165"/>
                  </a:lnTo>
                  <a:lnTo>
                    <a:pt x="363" y="1165"/>
                  </a:lnTo>
                  <a:lnTo>
                    <a:pt x="1611" y="123"/>
                  </a:lnTo>
                  <a:close/>
                  <a:moveTo>
                    <a:pt x="1566" y="0"/>
                  </a:moveTo>
                  <a:lnTo>
                    <a:pt x="0" y="1287"/>
                  </a:lnTo>
                  <a:lnTo>
                    <a:pt x="9672" y="1287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69"/>
            <p:cNvSpPr/>
            <p:nvPr/>
          </p:nvSpPr>
          <p:spPr>
            <a:xfrm>
              <a:off x="6563367" y="420046"/>
              <a:ext cx="2316244" cy="339713"/>
            </a:xfrm>
            <a:custGeom>
              <a:rect b="b" l="l" r="r" t="t"/>
              <a:pathLst>
                <a:path extrusionOk="0" h="1298" w="8850">
                  <a:moveTo>
                    <a:pt x="8786" y="0"/>
                  </a:moveTo>
                  <a:cubicBezTo>
                    <a:pt x="8757" y="0"/>
                    <a:pt x="8727" y="30"/>
                    <a:pt x="8727" y="64"/>
                  </a:cubicBezTo>
                  <a:lnTo>
                    <a:pt x="8727" y="1101"/>
                  </a:lnTo>
                  <a:lnTo>
                    <a:pt x="7406" y="15"/>
                  </a:lnTo>
                  <a:cubicBezTo>
                    <a:pt x="7392" y="8"/>
                    <a:pt x="7377" y="4"/>
                    <a:pt x="7361" y="4"/>
                  </a:cubicBezTo>
                  <a:cubicBezTo>
                    <a:pt x="7346" y="4"/>
                    <a:pt x="7330" y="8"/>
                    <a:pt x="7313" y="15"/>
                  </a:cubicBezTo>
                  <a:lnTo>
                    <a:pt x="6045" y="1146"/>
                  </a:lnTo>
                  <a:lnTo>
                    <a:pt x="4773" y="15"/>
                  </a:lnTo>
                  <a:cubicBezTo>
                    <a:pt x="4758" y="8"/>
                    <a:pt x="4742" y="4"/>
                    <a:pt x="4726" y="4"/>
                  </a:cubicBezTo>
                  <a:cubicBezTo>
                    <a:pt x="4711" y="4"/>
                    <a:pt x="4695" y="8"/>
                    <a:pt x="4680" y="15"/>
                  </a:cubicBezTo>
                  <a:lnTo>
                    <a:pt x="3363" y="1146"/>
                  </a:lnTo>
                  <a:lnTo>
                    <a:pt x="2031" y="15"/>
                  </a:lnTo>
                  <a:cubicBezTo>
                    <a:pt x="2022" y="8"/>
                    <a:pt x="2010" y="4"/>
                    <a:pt x="1997" y="4"/>
                  </a:cubicBezTo>
                  <a:cubicBezTo>
                    <a:pt x="1983" y="4"/>
                    <a:pt x="1968" y="8"/>
                    <a:pt x="1953" y="15"/>
                  </a:cubicBezTo>
                  <a:lnTo>
                    <a:pt x="774" y="1146"/>
                  </a:lnTo>
                  <a:lnTo>
                    <a:pt x="108" y="607"/>
                  </a:lnTo>
                  <a:cubicBezTo>
                    <a:pt x="93" y="590"/>
                    <a:pt x="74" y="582"/>
                    <a:pt x="56" y="582"/>
                  </a:cubicBezTo>
                  <a:cubicBezTo>
                    <a:pt x="39" y="582"/>
                    <a:pt x="23" y="590"/>
                    <a:pt x="15" y="607"/>
                  </a:cubicBezTo>
                  <a:cubicBezTo>
                    <a:pt x="0" y="636"/>
                    <a:pt x="0" y="666"/>
                    <a:pt x="30" y="700"/>
                  </a:cubicBezTo>
                  <a:lnTo>
                    <a:pt x="729" y="1287"/>
                  </a:lnTo>
                  <a:cubicBezTo>
                    <a:pt x="742" y="1294"/>
                    <a:pt x="754" y="1297"/>
                    <a:pt x="767" y="1297"/>
                  </a:cubicBezTo>
                  <a:cubicBezTo>
                    <a:pt x="785" y="1297"/>
                    <a:pt x="803" y="1290"/>
                    <a:pt x="822" y="1272"/>
                  </a:cubicBezTo>
                  <a:lnTo>
                    <a:pt x="1998" y="142"/>
                  </a:lnTo>
                  <a:lnTo>
                    <a:pt x="3333" y="1272"/>
                  </a:lnTo>
                  <a:cubicBezTo>
                    <a:pt x="3341" y="1287"/>
                    <a:pt x="3352" y="1295"/>
                    <a:pt x="3365" y="1295"/>
                  </a:cubicBezTo>
                  <a:cubicBezTo>
                    <a:pt x="3378" y="1295"/>
                    <a:pt x="3393" y="1287"/>
                    <a:pt x="3408" y="1272"/>
                  </a:cubicBezTo>
                  <a:lnTo>
                    <a:pt x="4728" y="142"/>
                  </a:lnTo>
                  <a:lnTo>
                    <a:pt x="5997" y="1272"/>
                  </a:lnTo>
                  <a:cubicBezTo>
                    <a:pt x="6004" y="1287"/>
                    <a:pt x="6020" y="1295"/>
                    <a:pt x="6036" y="1295"/>
                  </a:cubicBezTo>
                  <a:cubicBezTo>
                    <a:pt x="6051" y="1295"/>
                    <a:pt x="6067" y="1287"/>
                    <a:pt x="6075" y="1272"/>
                  </a:cubicBezTo>
                  <a:lnTo>
                    <a:pt x="7362" y="142"/>
                  </a:lnTo>
                  <a:lnTo>
                    <a:pt x="8742" y="1287"/>
                  </a:lnTo>
                  <a:cubicBezTo>
                    <a:pt x="8752" y="1287"/>
                    <a:pt x="8768" y="1294"/>
                    <a:pt x="8783" y="1294"/>
                  </a:cubicBezTo>
                  <a:cubicBezTo>
                    <a:pt x="8790" y="1294"/>
                    <a:pt x="8796" y="1292"/>
                    <a:pt x="8801" y="1287"/>
                  </a:cubicBezTo>
                  <a:cubicBezTo>
                    <a:pt x="8835" y="1272"/>
                    <a:pt x="8850" y="1258"/>
                    <a:pt x="8850" y="1224"/>
                  </a:cubicBezTo>
                  <a:lnTo>
                    <a:pt x="8850" y="64"/>
                  </a:lnTo>
                  <a:cubicBezTo>
                    <a:pt x="8850" y="30"/>
                    <a:pt x="8820" y="0"/>
                    <a:pt x="8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69"/>
            <p:cNvSpPr/>
            <p:nvPr/>
          </p:nvSpPr>
          <p:spPr>
            <a:xfrm>
              <a:off x="6745263" y="420046"/>
              <a:ext cx="2134347" cy="339713"/>
            </a:xfrm>
            <a:custGeom>
              <a:rect b="b" l="l" r="r" t="t"/>
              <a:pathLst>
                <a:path extrusionOk="0" h="1298" w="8155">
                  <a:moveTo>
                    <a:pt x="8106" y="0"/>
                  </a:moveTo>
                  <a:cubicBezTo>
                    <a:pt x="8091" y="0"/>
                    <a:pt x="8062" y="0"/>
                    <a:pt x="8047" y="15"/>
                  </a:cubicBezTo>
                  <a:lnTo>
                    <a:pt x="6667" y="1146"/>
                  </a:lnTo>
                  <a:lnTo>
                    <a:pt x="5380" y="15"/>
                  </a:lnTo>
                  <a:cubicBezTo>
                    <a:pt x="5372" y="8"/>
                    <a:pt x="5356" y="4"/>
                    <a:pt x="5341" y="4"/>
                  </a:cubicBezTo>
                  <a:cubicBezTo>
                    <a:pt x="5325" y="4"/>
                    <a:pt x="5309" y="8"/>
                    <a:pt x="5302" y="15"/>
                  </a:cubicBezTo>
                  <a:lnTo>
                    <a:pt x="4033" y="1146"/>
                  </a:lnTo>
                  <a:lnTo>
                    <a:pt x="2713" y="15"/>
                  </a:lnTo>
                  <a:cubicBezTo>
                    <a:pt x="2698" y="8"/>
                    <a:pt x="2683" y="4"/>
                    <a:pt x="2670" y="4"/>
                  </a:cubicBezTo>
                  <a:cubicBezTo>
                    <a:pt x="2657" y="4"/>
                    <a:pt x="2646" y="8"/>
                    <a:pt x="2638" y="15"/>
                  </a:cubicBezTo>
                  <a:lnTo>
                    <a:pt x="1303" y="1146"/>
                  </a:lnTo>
                  <a:lnTo>
                    <a:pt x="127" y="15"/>
                  </a:lnTo>
                  <a:cubicBezTo>
                    <a:pt x="111" y="8"/>
                    <a:pt x="95" y="4"/>
                    <a:pt x="80" y="4"/>
                  </a:cubicBezTo>
                  <a:cubicBezTo>
                    <a:pt x="64" y="4"/>
                    <a:pt x="49" y="8"/>
                    <a:pt x="34" y="15"/>
                  </a:cubicBezTo>
                  <a:cubicBezTo>
                    <a:pt x="1" y="49"/>
                    <a:pt x="16" y="78"/>
                    <a:pt x="34" y="108"/>
                  </a:cubicBezTo>
                  <a:lnTo>
                    <a:pt x="1258" y="1272"/>
                  </a:lnTo>
                  <a:cubicBezTo>
                    <a:pt x="1273" y="1287"/>
                    <a:pt x="1288" y="1295"/>
                    <a:pt x="1302" y="1295"/>
                  </a:cubicBezTo>
                  <a:cubicBezTo>
                    <a:pt x="1315" y="1295"/>
                    <a:pt x="1327" y="1287"/>
                    <a:pt x="1336" y="1272"/>
                  </a:cubicBezTo>
                  <a:lnTo>
                    <a:pt x="2668" y="142"/>
                  </a:lnTo>
                  <a:lnTo>
                    <a:pt x="3985" y="1272"/>
                  </a:lnTo>
                  <a:cubicBezTo>
                    <a:pt x="4000" y="1287"/>
                    <a:pt x="4016" y="1295"/>
                    <a:pt x="4031" y="1295"/>
                  </a:cubicBezTo>
                  <a:cubicBezTo>
                    <a:pt x="4047" y="1295"/>
                    <a:pt x="4063" y="1287"/>
                    <a:pt x="4078" y="1272"/>
                  </a:cubicBezTo>
                  <a:lnTo>
                    <a:pt x="5350" y="142"/>
                  </a:lnTo>
                  <a:lnTo>
                    <a:pt x="6618" y="1272"/>
                  </a:lnTo>
                  <a:cubicBezTo>
                    <a:pt x="6638" y="1290"/>
                    <a:pt x="6656" y="1297"/>
                    <a:pt x="6674" y="1297"/>
                  </a:cubicBezTo>
                  <a:cubicBezTo>
                    <a:pt x="6687" y="1297"/>
                    <a:pt x="6699" y="1294"/>
                    <a:pt x="6711" y="1287"/>
                  </a:cubicBezTo>
                  <a:lnTo>
                    <a:pt x="8032" y="186"/>
                  </a:lnTo>
                  <a:lnTo>
                    <a:pt x="8032" y="1224"/>
                  </a:lnTo>
                  <a:cubicBezTo>
                    <a:pt x="8032" y="1272"/>
                    <a:pt x="8062" y="1287"/>
                    <a:pt x="8091" y="1287"/>
                  </a:cubicBezTo>
                  <a:cubicBezTo>
                    <a:pt x="8125" y="1287"/>
                    <a:pt x="8155" y="1272"/>
                    <a:pt x="8155" y="1224"/>
                  </a:cubicBezTo>
                  <a:lnTo>
                    <a:pt x="8155" y="64"/>
                  </a:lnTo>
                  <a:cubicBezTo>
                    <a:pt x="8155" y="30"/>
                    <a:pt x="8140" y="15"/>
                    <a:pt x="8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69"/>
            <p:cNvSpPr/>
            <p:nvPr/>
          </p:nvSpPr>
          <p:spPr>
            <a:xfrm>
              <a:off x="8473407" y="420046"/>
              <a:ext cx="33239" cy="337095"/>
            </a:xfrm>
            <a:custGeom>
              <a:rect b="b" l="l" r="r" t="t"/>
              <a:pathLst>
                <a:path extrusionOk="0" h="1288" w="127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69"/>
            <p:cNvSpPr/>
            <p:nvPr/>
          </p:nvSpPr>
          <p:spPr>
            <a:xfrm>
              <a:off x="8128720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16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16" y="1287"/>
                    <a:pt x="64" y="1287"/>
                  </a:cubicBezTo>
                  <a:cubicBezTo>
                    <a:pt x="94" y="1287"/>
                    <a:pt x="123" y="1272"/>
                    <a:pt x="123" y="1224"/>
                  </a:cubicBezTo>
                  <a:lnTo>
                    <a:pt x="123" y="64"/>
                  </a:lnTo>
                  <a:cubicBezTo>
                    <a:pt x="123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9"/>
            <p:cNvSpPr/>
            <p:nvPr/>
          </p:nvSpPr>
          <p:spPr>
            <a:xfrm>
              <a:off x="7784033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1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1" y="1287"/>
                    <a:pt x="64" y="1287"/>
                  </a:cubicBezTo>
                  <a:cubicBezTo>
                    <a:pt x="94" y="1287"/>
                    <a:pt x="124" y="1272"/>
                    <a:pt x="124" y="1224"/>
                  </a:cubicBezTo>
                  <a:lnTo>
                    <a:pt x="124" y="64"/>
                  </a:lnTo>
                  <a:cubicBezTo>
                    <a:pt x="124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9"/>
            <p:cNvSpPr/>
            <p:nvPr/>
          </p:nvSpPr>
          <p:spPr>
            <a:xfrm>
              <a:off x="7426784" y="420046"/>
              <a:ext cx="33500" cy="337095"/>
            </a:xfrm>
            <a:custGeom>
              <a:rect b="b" l="l" r="r" t="t"/>
              <a:pathLst>
                <a:path extrusionOk="0" h="1288" w="128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9"/>
            <p:cNvSpPr/>
            <p:nvPr/>
          </p:nvSpPr>
          <p:spPr>
            <a:xfrm>
              <a:off x="7070582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0" y="0"/>
                  </a:moveTo>
                  <a:cubicBezTo>
                    <a:pt x="30" y="0"/>
                    <a:pt x="0" y="30"/>
                    <a:pt x="0" y="64"/>
                  </a:cubicBezTo>
                  <a:lnTo>
                    <a:pt x="0" y="1224"/>
                  </a:lnTo>
                  <a:cubicBezTo>
                    <a:pt x="0" y="1272"/>
                    <a:pt x="30" y="1287"/>
                    <a:pt x="60" y="1287"/>
                  </a:cubicBezTo>
                  <a:cubicBezTo>
                    <a:pt x="93" y="1287"/>
                    <a:pt x="123" y="1272"/>
                    <a:pt x="123" y="1224"/>
                  </a:cubicBezTo>
                  <a:lnTo>
                    <a:pt x="123" y="64"/>
                  </a:lnTo>
                  <a:cubicBezTo>
                    <a:pt x="123" y="30"/>
                    <a:pt x="93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9"/>
            <p:cNvSpPr/>
            <p:nvPr/>
          </p:nvSpPr>
          <p:spPr>
            <a:xfrm>
              <a:off x="6749188" y="420046"/>
              <a:ext cx="33500" cy="337095"/>
            </a:xfrm>
            <a:custGeom>
              <a:rect b="b" l="l" r="r" t="t"/>
              <a:pathLst>
                <a:path extrusionOk="0" h="1288" w="128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69"/>
            <p:cNvSpPr/>
            <p:nvPr/>
          </p:nvSpPr>
          <p:spPr>
            <a:xfrm>
              <a:off x="6265528" y="2670847"/>
              <a:ext cx="175354" cy="272712"/>
            </a:xfrm>
            <a:custGeom>
              <a:rect b="b" l="l" r="r" t="t"/>
              <a:pathLst>
                <a:path extrusionOk="0" h="1042" w="670">
                  <a:moveTo>
                    <a:pt x="0" y="0"/>
                  </a:moveTo>
                  <a:lnTo>
                    <a:pt x="0" y="1042"/>
                  </a:lnTo>
                  <a:lnTo>
                    <a:pt x="670" y="1042"/>
                  </a:lnTo>
                  <a:lnTo>
                    <a:pt x="670" y="923"/>
                  </a:lnTo>
                  <a:lnTo>
                    <a:pt x="142" y="923"/>
                  </a:lnTo>
                  <a:lnTo>
                    <a:pt x="142" y="543"/>
                  </a:lnTo>
                  <a:lnTo>
                    <a:pt x="636" y="543"/>
                  </a:lnTo>
                  <a:lnTo>
                    <a:pt x="636" y="428"/>
                  </a:lnTo>
                  <a:lnTo>
                    <a:pt x="142" y="428"/>
                  </a:lnTo>
                  <a:lnTo>
                    <a:pt x="142" y="119"/>
                  </a:lnTo>
                  <a:lnTo>
                    <a:pt x="659" y="11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69"/>
            <p:cNvSpPr/>
            <p:nvPr/>
          </p:nvSpPr>
          <p:spPr>
            <a:xfrm>
              <a:off x="6475690" y="2670847"/>
              <a:ext cx="233980" cy="272712"/>
            </a:xfrm>
            <a:custGeom>
              <a:rect b="b" l="l" r="r" t="t"/>
              <a:pathLst>
                <a:path extrusionOk="0" h="1042" w="894">
                  <a:moveTo>
                    <a:pt x="49" y="0"/>
                  </a:moveTo>
                  <a:lnTo>
                    <a:pt x="373" y="484"/>
                  </a:lnTo>
                  <a:lnTo>
                    <a:pt x="1" y="1042"/>
                  </a:lnTo>
                  <a:lnTo>
                    <a:pt x="153" y="1042"/>
                  </a:lnTo>
                  <a:lnTo>
                    <a:pt x="447" y="599"/>
                  </a:lnTo>
                  <a:lnTo>
                    <a:pt x="741" y="1042"/>
                  </a:lnTo>
                  <a:lnTo>
                    <a:pt x="893" y="1042"/>
                  </a:lnTo>
                  <a:lnTo>
                    <a:pt x="536" y="499"/>
                  </a:lnTo>
                  <a:lnTo>
                    <a:pt x="871" y="0"/>
                  </a:lnTo>
                  <a:lnTo>
                    <a:pt x="719" y="0"/>
                  </a:lnTo>
                  <a:lnTo>
                    <a:pt x="458" y="38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69"/>
            <p:cNvSpPr/>
            <p:nvPr/>
          </p:nvSpPr>
          <p:spPr>
            <a:xfrm>
              <a:off x="6757040" y="2670847"/>
              <a:ext cx="176401" cy="272712"/>
            </a:xfrm>
            <a:custGeom>
              <a:rect b="b" l="l" r="r" t="t"/>
              <a:pathLst>
                <a:path extrusionOk="0" h="1042" w="674">
                  <a:moveTo>
                    <a:pt x="321" y="116"/>
                  </a:moveTo>
                  <a:cubicBezTo>
                    <a:pt x="384" y="116"/>
                    <a:pt x="436" y="134"/>
                    <a:pt x="469" y="168"/>
                  </a:cubicBezTo>
                  <a:cubicBezTo>
                    <a:pt x="507" y="201"/>
                    <a:pt x="525" y="250"/>
                    <a:pt x="525" y="309"/>
                  </a:cubicBezTo>
                  <a:cubicBezTo>
                    <a:pt x="525" y="372"/>
                    <a:pt x="507" y="421"/>
                    <a:pt x="469" y="454"/>
                  </a:cubicBezTo>
                  <a:cubicBezTo>
                    <a:pt x="436" y="491"/>
                    <a:pt x="384" y="506"/>
                    <a:pt x="321" y="506"/>
                  </a:cubicBezTo>
                  <a:lnTo>
                    <a:pt x="142" y="506"/>
                  </a:lnTo>
                  <a:lnTo>
                    <a:pt x="142" y="116"/>
                  </a:lnTo>
                  <a:close/>
                  <a:moveTo>
                    <a:pt x="1" y="0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622"/>
                  </a:lnTo>
                  <a:lnTo>
                    <a:pt x="321" y="622"/>
                  </a:lnTo>
                  <a:cubicBezTo>
                    <a:pt x="436" y="622"/>
                    <a:pt x="525" y="596"/>
                    <a:pt x="585" y="543"/>
                  </a:cubicBezTo>
                  <a:cubicBezTo>
                    <a:pt x="644" y="491"/>
                    <a:pt x="674" y="413"/>
                    <a:pt x="674" y="309"/>
                  </a:cubicBezTo>
                  <a:cubicBezTo>
                    <a:pt x="674" y="209"/>
                    <a:pt x="644" y="131"/>
                    <a:pt x="585" y="78"/>
                  </a:cubicBezTo>
                  <a:cubicBezTo>
                    <a:pt x="525" y="26"/>
                    <a:pt x="436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69"/>
            <p:cNvSpPr/>
            <p:nvPr/>
          </p:nvSpPr>
          <p:spPr>
            <a:xfrm>
              <a:off x="6966417" y="2665874"/>
              <a:ext cx="252300" cy="282658"/>
            </a:xfrm>
            <a:custGeom>
              <a:rect b="b" l="l" r="r" t="t"/>
              <a:pathLst>
                <a:path extrusionOk="0" h="1080" w="964">
                  <a:moveTo>
                    <a:pt x="484" y="116"/>
                  </a:moveTo>
                  <a:cubicBezTo>
                    <a:pt x="584" y="116"/>
                    <a:pt x="666" y="153"/>
                    <a:pt x="726" y="228"/>
                  </a:cubicBezTo>
                  <a:cubicBezTo>
                    <a:pt x="785" y="306"/>
                    <a:pt x="815" y="410"/>
                    <a:pt x="815" y="540"/>
                  </a:cubicBezTo>
                  <a:cubicBezTo>
                    <a:pt x="815" y="670"/>
                    <a:pt x="785" y="774"/>
                    <a:pt x="726" y="853"/>
                  </a:cubicBezTo>
                  <a:cubicBezTo>
                    <a:pt x="666" y="927"/>
                    <a:pt x="584" y="964"/>
                    <a:pt x="484" y="964"/>
                  </a:cubicBezTo>
                  <a:cubicBezTo>
                    <a:pt x="384" y="964"/>
                    <a:pt x="302" y="927"/>
                    <a:pt x="238" y="853"/>
                  </a:cubicBezTo>
                  <a:cubicBezTo>
                    <a:pt x="179" y="774"/>
                    <a:pt x="149" y="670"/>
                    <a:pt x="149" y="540"/>
                  </a:cubicBezTo>
                  <a:cubicBezTo>
                    <a:pt x="149" y="410"/>
                    <a:pt x="179" y="306"/>
                    <a:pt x="238" y="228"/>
                  </a:cubicBezTo>
                  <a:cubicBezTo>
                    <a:pt x="302" y="153"/>
                    <a:pt x="384" y="116"/>
                    <a:pt x="484" y="116"/>
                  </a:cubicBezTo>
                  <a:close/>
                  <a:moveTo>
                    <a:pt x="484" y="1"/>
                  </a:moveTo>
                  <a:cubicBezTo>
                    <a:pt x="339" y="1"/>
                    <a:pt x="220" y="49"/>
                    <a:pt x="134" y="146"/>
                  </a:cubicBezTo>
                  <a:cubicBezTo>
                    <a:pt x="45" y="246"/>
                    <a:pt x="0" y="376"/>
                    <a:pt x="0" y="540"/>
                  </a:cubicBezTo>
                  <a:cubicBezTo>
                    <a:pt x="0" y="704"/>
                    <a:pt x="45" y="834"/>
                    <a:pt x="134" y="934"/>
                  </a:cubicBezTo>
                  <a:cubicBezTo>
                    <a:pt x="220" y="1031"/>
                    <a:pt x="339" y="1079"/>
                    <a:pt x="484" y="1079"/>
                  </a:cubicBezTo>
                  <a:cubicBezTo>
                    <a:pt x="629" y="1079"/>
                    <a:pt x="748" y="1031"/>
                    <a:pt x="834" y="934"/>
                  </a:cubicBezTo>
                  <a:cubicBezTo>
                    <a:pt x="919" y="834"/>
                    <a:pt x="964" y="704"/>
                    <a:pt x="964" y="540"/>
                  </a:cubicBezTo>
                  <a:cubicBezTo>
                    <a:pt x="964" y="376"/>
                    <a:pt x="919" y="246"/>
                    <a:pt x="834" y="146"/>
                  </a:cubicBezTo>
                  <a:cubicBezTo>
                    <a:pt x="748" y="49"/>
                    <a:pt x="629" y="1"/>
                    <a:pt x="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69"/>
            <p:cNvSpPr/>
            <p:nvPr/>
          </p:nvSpPr>
          <p:spPr>
            <a:xfrm>
              <a:off x="7276033" y="2670847"/>
              <a:ext cx="212519" cy="272712"/>
            </a:xfrm>
            <a:custGeom>
              <a:rect b="b" l="l" r="r" t="t"/>
              <a:pathLst>
                <a:path extrusionOk="0" h="1042" w="812">
                  <a:moveTo>
                    <a:pt x="320" y="116"/>
                  </a:moveTo>
                  <a:cubicBezTo>
                    <a:pt x="387" y="116"/>
                    <a:pt x="439" y="131"/>
                    <a:pt x="473" y="164"/>
                  </a:cubicBezTo>
                  <a:cubicBezTo>
                    <a:pt x="506" y="194"/>
                    <a:pt x="525" y="238"/>
                    <a:pt x="525" y="298"/>
                  </a:cubicBezTo>
                  <a:cubicBezTo>
                    <a:pt x="525" y="361"/>
                    <a:pt x="506" y="406"/>
                    <a:pt x="473" y="439"/>
                  </a:cubicBezTo>
                  <a:cubicBezTo>
                    <a:pt x="439" y="469"/>
                    <a:pt x="387" y="484"/>
                    <a:pt x="320" y="484"/>
                  </a:cubicBezTo>
                  <a:lnTo>
                    <a:pt x="142" y="484"/>
                  </a:lnTo>
                  <a:lnTo>
                    <a:pt x="142" y="116"/>
                  </a:lnTo>
                  <a:close/>
                  <a:moveTo>
                    <a:pt x="0" y="0"/>
                  </a:moveTo>
                  <a:lnTo>
                    <a:pt x="0" y="1042"/>
                  </a:lnTo>
                  <a:lnTo>
                    <a:pt x="142" y="1042"/>
                  </a:lnTo>
                  <a:lnTo>
                    <a:pt x="142" y="599"/>
                  </a:lnTo>
                  <a:lnTo>
                    <a:pt x="294" y="599"/>
                  </a:lnTo>
                  <a:cubicBezTo>
                    <a:pt x="350" y="599"/>
                    <a:pt x="395" y="610"/>
                    <a:pt x="428" y="636"/>
                  </a:cubicBezTo>
                  <a:cubicBezTo>
                    <a:pt x="461" y="659"/>
                    <a:pt x="495" y="703"/>
                    <a:pt x="528" y="774"/>
                  </a:cubicBezTo>
                  <a:lnTo>
                    <a:pt x="662" y="1042"/>
                  </a:lnTo>
                  <a:lnTo>
                    <a:pt x="811" y="1042"/>
                  </a:lnTo>
                  <a:lnTo>
                    <a:pt x="670" y="755"/>
                  </a:lnTo>
                  <a:cubicBezTo>
                    <a:pt x="640" y="696"/>
                    <a:pt x="610" y="651"/>
                    <a:pt x="584" y="618"/>
                  </a:cubicBezTo>
                  <a:cubicBezTo>
                    <a:pt x="554" y="584"/>
                    <a:pt x="525" y="562"/>
                    <a:pt x="495" y="551"/>
                  </a:cubicBezTo>
                  <a:cubicBezTo>
                    <a:pt x="554" y="536"/>
                    <a:pt x="599" y="506"/>
                    <a:pt x="629" y="462"/>
                  </a:cubicBezTo>
                  <a:cubicBezTo>
                    <a:pt x="659" y="421"/>
                    <a:pt x="674" y="365"/>
                    <a:pt x="674" y="298"/>
                  </a:cubicBezTo>
                  <a:cubicBezTo>
                    <a:pt x="674" y="197"/>
                    <a:pt x="644" y="123"/>
                    <a:pt x="584" y="75"/>
                  </a:cubicBezTo>
                  <a:cubicBezTo>
                    <a:pt x="528" y="26"/>
                    <a:pt x="439" y="0"/>
                    <a:pt x="3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69"/>
            <p:cNvSpPr/>
            <p:nvPr/>
          </p:nvSpPr>
          <p:spPr>
            <a:xfrm>
              <a:off x="7470753" y="2670847"/>
              <a:ext cx="230839" cy="272712"/>
            </a:xfrm>
            <a:custGeom>
              <a:rect b="b" l="l" r="r" t="t"/>
              <a:pathLst>
                <a:path extrusionOk="0" h="1042" w="882">
                  <a:moveTo>
                    <a:pt x="0" y="0"/>
                  </a:moveTo>
                  <a:lnTo>
                    <a:pt x="0" y="119"/>
                  </a:lnTo>
                  <a:lnTo>
                    <a:pt x="372" y="119"/>
                  </a:lnTo>
                  <a:lnTo>
                    <a:pt x="372" y="1042"/>
                  </a:lnTo>
                  <a:lnTo>
                    <a:pt x="514" y="1042"/>
                  </a:lnTo>
                  <a:lnTo>
                    <a:pt x="514" y="119"/>
                  </a:lnTo>
                  <a:lnTo>
                    <a:pt x="882" y="119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69"/>
          <p:cNvGrpSpPr/>
          <p:nvPr/>
        </p:nvGrpSpPr>
        <p:grpSpPr>
          <a:xfrm>
            <a:off x="8116325" y="1171299"/>
            <a:ext cx="774998" cy="616553"/>
            <a:chOff x="6820850" y="3048799"/>
            <a:chExt cx="774998" cy="616553"/>
          </a:xfrm>
        </p:grpSpPr>
        <p:sp>
          <p:nvSpPr>
            <p:cNvPr id="334" name="Google Shape;334;p6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9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69"/>
          <p:cNvGrpSpPr/>
          <p:nvPr/>
        </p:nvGrpSpPr>
        <p:grpSpPr>
          <a:xfrm>
            <a:off x="219150" y="3518024"/>
            <a:ext cx="774998" cy="616553"/>
            <a:chOff x="6820850" y="3048799"/>
            <a:chExt cx="774998" cy="616553"/>
          </a:xfrm>
        </p:grpSpPr>
        <p:sp>
          <p:nvSpPr>
            <p:cNvPr id="338" name="Google Shape;338;p6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9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0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70"/>
          <p:cNvGrpSpPr/>
          <p:nvPr/>
        </p:nvGrpSpPr>
        <p:grpSpPr>
          <a:xfrm>
            <a:off x="6387550" y="4412728"/>
            <a:ext cx="2460528" cy="384273"/>
            <a:chOff x="0" y="2862672"/>
            <a:chExt cx="4565835" cy="712938"/>
          </a:xfrm>
        </p:grpSpPr>
        <p:sp>
          <p:nvSpPr>
            <p:cNvPr id="344" name="Google Shape;344;p70"/>
            <p:cNvSpPr/>
            <p:nvPr/>
          </p:nvSpPr>
          <p:spPr>
            <a:xfrm>
              <a:off x="461221" y="2862672"/>
              <a:ext cx="2141356" cy="712936"/>
            </a:xfrm>
            <a:custGeom>
              <a:rect b="b" l="l" r="r" t="t"/>
              <a:pathLst>
                <a:path extrusionOk="0" h="3427" w="10293">
                  <a:moveTo>
                    <a:pt x="0" y="1"/>
                  </a:moveTo>
                  <a:lnTo>
                    <a:pt x="0" y="1426"/>
                  </a:lnTo>
                  <a:lnTo>
                    <a:pt x="5859" y="1426"/>
                  </a:lnTo>
                  <a:lnTo>
                    <a:pt x="5859" y="3427"/>
                  </a:lnTo>
                  <a:lnTo>
                    <a:pt x="10293" y="3427"/>
                  </a:lnTo>
                  <a:lnTo>
                    <a:pt x="10293" y="1381"/>
                  </a:lnTo>
                  <a:cubicBezTo>
                    <a:pt x="10293" y="886"/>
                    <a:pt x="9872" y="436"/>
                    <a:pt x="9192" y="187"/>
                  </a:cubicBezTo>
                  <a:cubicBezTo>
                    <a:pt x="8868" y="64"/>
                    <a:pt x="8526" y="1"/>
                    <a:pt x="8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0"/>
            <p:cNvSpPr/>
            <p:nvPr/>
          </p:nvSpPr>
          <p:spPr>
            <a:xfrm>
              <a:off x="886660" y="3149762"/>
              <a:ext cx="1715914" cy="425848"/>
            </a:xfrm>
            <a:custGeom>
              <a:rect b="b" l="l" r="r" t="t"/>
              <a:pathLst>
                <a:path extrusionOk="0" h="2047" w="8248">
                  <a:moveTo>
                    <a:pt x="1" y="1"/>
                  </a:moveTo>
                  <a:lnTo>
                    <a:pt x="1" y="2047"/>
                  </a:lnTo>
                  <a:lnTo>
                    <a:pt x="8248" y="2047"/>
                  </a:lnTo>
                  <a:lnTo>
                    <a:pt x="82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0"/>
            <p:cNvSpPr/>
            <p:nvPr/>
          </p:nvSpPr>
          <p:spPr>
            <a:xfrm>
              <a:off x="0" y="2862672"/>
              <a:ext cx="922657" cy="712936"/>
            </a:xfrm>
            <a:custGeom>
              <a:rect b="b" l="l" r="r" t="t"/>
              <a:pathLst>
                <a:path extrusionOk="0" h="3427" w="4435">
                  <a:moveTo>
                    <a:pt x="2217" y="1"/>
                  </a:moveTo>
                  <a:cubicBezTo>
                    <a:pt x="1830" y="1"/>
                    <a:pt x="1458" y="64"/>
                    <a:pt x="1101" y="187"/>
                  </a:cubicBezTo>
                  <a:cubicBezTo>
                    <a:pt x="420" y="436"/>
                    <a:pt x="0" y="886"/>
                    <a:pt x="0" y="1381"/>
                  </a:cubicBezTo>
                  <a:lnTo>
                    <a:pt x="0" y="3427"/>
                  </a:lnTo>
                  <a:lnTo>
                    <a:pt x="4434" y="3427"/>
                  </a:lnTo>
                  <a:lnTo>
                    <a:pt x="4434" y="1381"/>
                  </a:lnTo>
                  <a:cubicBezTo>
                    <a:pt x="4434" y="886"/>
                    <a:pt x="4017" y="436"/>
                    <a:pt x="3318" y="187"/>
                  </a:cubicBezTo>
                  <a:cubicBezTo>
                    <a:pt x="2976" y="64"/>
                    <a:pt x="2604" y="1"/>
                    <a:pt x="2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70"/>
            <p:cNvSpPr/>
            <p:nvPr/>
          </p:nvSpPr>
          <p:spPr>
            <a:xfrm>
              <a:off x="145418" y="3159123"/>
              <a:ext cx="596867" cy="416486"/>
            </a:xfrm>
            <a:custGeom>
              <a:rect b="b" l="l" r="r" t="t"/>
              <a:pathLst>
                <a:path extrusionOk="0" h="2002" w="2869">
                  <a:moveTo>
                    <a:pt x="0" y="1"/>
                  </a:moveTo>
                  <a:lnTo>
                    <a:pt x="0" y="2002"/>
                  </a:lnTo>
                  <a:lnTo>
                    <a:pt x="2868" y="2002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70"/>
            <p:cNvSpPr/>
            <p:nvPr/>
          </p:nvSpPr>
          <p:spPr>
            <a:xfrm>
              <a:off x="174128" y="3188456"/>
              <a:ext cx="568157" cy="387153"/>
            </a:xfrm>
            <a:custGeom>
              <a:rect b="b" l="l" r="r" t="t"/>
              <a:pathLst>
                <a:path extrusionOk="0" h="1861" w="2731">
                  <a:moveTo>
                    <a:pt x="0" y="1"/>
                  </a:moveTo>
                  <a:lnTo>
                    <a:pt x="0" y="1861"/>
                  </a:lnTo>
                  <a:lnTo>
                    <a:pt x="2730" y="1861"/>
                  </a:lnTo>
                  <a:lnTo>
                    <a:pt x="27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70"/>
            <p:cNvSpPr/>
            <p:nvPr/>
          </p:nvSpPr>
          <p:spPr>
            <a:xfrm>
              <a:off x="1441706" y="2862672"/>
              <a:ext cx="2144476" cy="712936"/>
            </a:xfrm>
            <a:custGeom>
              <a:rect b="b" l="l" r="r" t="t"/>
              <a:pathLst>
                <a:path extrusionOk="0" h="3427" w="10308">
                  <a:moveTo>
                    <a:pt x="0" y="1"/>
                  </a:moveTo>
                  <a:lnTo>
                    <a:pt x="0" y="1426"/>
                  </a:lnTo>
                  <a:lnTo>
                    <a:pt x="5859" y="1426"/>
                  </a:lnTo>
                  <a:lnTo>
                    <a:pt x="5859" y="3427"/>
                  </a:lnTo>
                  <a:lnTo>
                    <a:pt x="10307" y="3427"/>
                  </a:lnTo>
                  <a:lnTo>
                    <a:pt x="10307" y="1381"/>
                  </a:lnTo>
                  <a:cubicBezTo>
                    <a:pt x="10307" y="886"/>
                    <a:pt x="9872" y="436"/>
                    <a:pt x="9191" y="187"/>
                  </a:cubicBezTo>
                  <a:cubicBezTo>
                    <a:pt x="8879" y="64"/>
                    <a:pt x="8526" y="1"/>
                    <a:pt x="8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70"/>
            <p:cNvSpPr/>
            <p:nvPr/>
          </p:nvSpPr>
          <p:spPr>
            <a:xfrm>
              <a:off x="1867145" y="3149762"/>
              <a:ext cx="1719035" cy="425848"/>
            </a:xfrm>
            <a:custGeom>
              <a:rect b="b" l="l" r="r" t="t"/>
              <a:pathLst>
                <a:path extrusionOk="0" h="2047" w="8263">
                  <a:moveTo>
                    <a:pt x="1" y="1"/>
                  </a:moveTo>
                  <a:lnTo>
                    <a:pt x="1" y="2047"/>
                  </a:lnTo>
                  <a:lnTo>
                    <a:pt x="8262" y="2047"/>
                  </a:lnTo>
                  <a:lnTo>
                    <a:pt x="82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70"/>
            <p:cNvSpPr/>
            <p:nvPr/>
          </p:nvSpPr>
          <p:spPr>
            <a:xfrm>
              <a:off x="980485" y="2862672"/>
              <a:ext cx="922449" cy="712936"/>
            </a:xfrm>
            <a:custGeom>
              <a:rect b="b" l="l" r="r" t="t"/>
              <a:pathLst>
                <a:path extrusionOk="0" h="3427" w="4434">
                  <a:moveTo>
                    <a:pt x="2217" y="1"/>
                  </a:moveTo>
                  <a:cubicBezTo>
                    <a:pt x="1830" y="1"/>
                    <a:pt x="1458" y="64"/>
                    <a:pt x="1116" y="187"/>
                  </a:cubicBezTo>
                  <a:cubicBezTo>
                    <a:pt x="420" y="436"/>
                    <a:pt x="0" y="886"/>
                    <a:pt x="0" y="1381"/>
                  </a:cubicBezTo>
                  <a:lnTo>
                    <a:pt x="0" y="3427"/>
                  </a:lnTo>
                  <a:lnTo>
                    <a:pt x="4434" y="3427"/>
                  </a:lnTo>
                  <a:lnTo>
                    <a:pt x="4434" y="1381"/>
                  </a:lnTo>
                  <a:cubicBezTo>
                    <a:pt x="4434" y="886"/>
                    <a:pt x="4014" y="436"/>
                    <a:pt x="3333" y="187"/>
                  </a:cubicBezTo>
                  <a:cubicBezTo>
                    <a:pt x="2991" y="64"/>
                    <a:pt x="2604" y="1"/>
                    <a:pt x="2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70"/>
            <p:cNvSpPr/>
            <p:nvPr/>
          </p:nvSpPr>
          <p:spPr>
            <a:xfrm>
              <a:off x="1125904" y="3159123"/>
              <a:ext cx="596035" cy="416486"/>
            </a:xfrm>
            <a:custGeom>
              <a:rect b="b" l="l" r="r" t="t"/>
              <a:pathLst>
                <a:path extrusionOk="0" h="2002" w="2865">
                  <a:moveTo>
                    <a:pt x="0" y="1"/>
                  </a:moveTo>
                  <a:lnTo>
                    <a:pt x="0" y="2002"/>
                  </a:lnTo>
                  <a:lnTo>
                    <a:pt x="2865" y="2002"/>
                  </a:lnTo>
                  <a:lnTo>
                    <a:pt x="28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70"/>
            <p:cNvSpPr/>
            <p:nvPr/>
          </p:nvSpPr>
          <p:spPr>
            <a:xfrm>
              <a:off x="1157526" y="3188456"/>
              <a:ext cx="564413" cy="387153"/>
            </a:xfrm>
            <a:custGeom>
              <a:rect b="b" l="l" r="r" t="t"/>
              <a:pathLst>
                <a:path extrusionOk="0" h="1861" w="2713">
                  <a:moveTo>
                    <a:pt x="1" y="1"/>
                  </a:moveTo>
                  <a:lnTo>
                    <a:pt x="1" y="1861"/>
                  </a:lnTo>
                  <a:lnTo>
                    <a:pt x="2713" y="1861"/>
                  </a:lnTo>
                  <a:lnTo>
                    <a:pt x="27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70"/>
            <p:cNvSpPr/>
            <p:nvPr/>
          </p:nvSpPr>
          <p:spPr>
            <a:xfrm>
              <a:off x="2421983" y="2862672"/>
              <a:ext cx="2143852" cy="712936"/>
            </a:xfrm>
            <a:custGeom>
              <a:rect b="b" l="l" r="r" t="t"/>
              <a:pathLst>
                <a:path extrusionOk="0" h="3427" w="10305">
                  <a:moveTo>
                    <a:pt x="1" y="1"/>
                  </a:moveTo>
                  <a:lnTo>
                    <a:pt x="1" y="1426"/>
                  </a:lnTo>
                  <a:lnTo>
                    <a:pt x="5874" y="1426"/>
                  </a:lnTo>
                  <a:lnTo>
                    <a:pt x="5874" y="3427"/>
                  </a:lnTo>
                  <a:lnTo>
                    <a:pt x="10305" y="3427"/>
                  </a:lnTo>
                  <a:lnTo>
                    <a:pt x="10305" y="1381"/>
                  </a:lnTo>
                  <a:cubicBezTo>
                    <a:pt x="10305" y="886"/>
                    <a:pt x="9888" y="436"/>
                    <a:pt x="9189" y="187"/>
                  </a:cubicBezTo>
                  <a:cubicBezTo>
                    <a:pt x="8880" y="64"/>
                    <a:pt x="8523" y="1"/>
                    <a:pt x="8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70"/>
            <p:cNvSpPr/>
            <p:nvPr/>
          </p:nvSpPr>
          <p:spPr>
            <a:xfrm>
              <a:off x="2847630" y="3149762"/>
              <a:ext cx="1718202" cy="425848"/>
            </a:xfrm>
            <a:custGeom>
              <a:rect b="b" l="l" r="r" t="t"/>
              <a:pathLst>
                <a:path extrusionOk="0" h="2047" w="8259">
                  <a:moveTo>
                    <a:pt x="1" y="1"/>
                  </a:moveTo>
                  <a:lnTo>
                    <a:pt x="1" y="2047"/>
                  </a:lnTo>
                  <a:lnTo>
                    <a:pt x="8259" y="2047"/>
                  </a:lnTo>
                  <a:lnTo>
                    <a:pt x="82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70"/>
            <p:cNvSpPr/>
            <p:nvPr/>
          </p:nvSpPr>
          <p:spPr>
            <a:xfrm>
              <a:off x="1960762" y="2862672"/>
              <a:ext cx="922033" cy="712936"/>
            </a:xfrm>
            <a:custGeom>
              <a:rect b="b" l="l" r="r" t="t"/>
              <a:pathLst>
                <a:path extrusionOk="0" h="3427" w="4432">
                  <a:moveTo>
                    <a:pt x="2218" y="1"/>
                  </a:moveTo>
                  <a:cubicBezTo>
                    <a:pt x="1846" y="1"/>
                    <a:pt x="1455" y="64"/>
                    <a:pt x="1117" y="187"/>
                  </a:cubicBezTo>
                  <a:cubicBezTo>
                    <a:pt x="432" y="436"/>
                    <a:pt x="1" y="886"/>
                    <a:pt x="1" y="1381"/>
                  </a:cubicBezTo>
                  <a:lnTo>
                    <a:pt x="1" y="3427"/>
                  </a:lnTo>
                  <a:lnTo>
                    <a:pt x="4431" y="3427"/>
                  </a:lnTo>
                  <a:lnTo>
                    <a:pt x="4431" y="1381"/>
                  </a:lnTo>
                  <a:cubicBezTo>
                    <a:pt x="4431" y="886"/>
                    <a:pt x="4015" y="436"/>
                    <a:pt x="3334" y="187"/>
                  </a:cubicBezTo>
                  <a:cubicBezTo>
                    <a:pt x="2992" y="64"/>
                    <a:pt x="2605" y="1"/>
                    <a:pt x="2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70"/>
            <p:cNvSpPr/>
            <p:nvPr/>
          </p:nvSpPr>
          <p:spPr>
            <a:xfrm>
              <a:off x="2108678" y="3159123"/>
              <a:ext cx="593746" cy="416486"/>
            </a:xfrm>
            <a:custGeom>
              <a:rect b="b" l="l" r="r" t="t"/>
              <a:pathLst>
                <a:path extrusionOk="0" h="2002" w="2854">
                  <a:moveTo>
                    <a:pt x="0" y="1"/>
                  </a:moveTo>
                  <a:lnTo>
                    <a:pt x="0" y="2002"/>
                  </a:lnTo>
                  <a:lnTo>
                    <a:pt x="2853" y="2002"/>
                  </a:lnTo>
                  <a:lnTo>
                    <a:pt x="28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70"/>
            <p:cNvSpPr/>
            <p:nvPr/>
          </p:nvSpPr>
          <p:spPr>
            <a:xfrm>
              <a:off x="2138011" y="3188456"/>
              <a:ext cx="564413" cy="387153"/>
            </a:xfrm>
            <a:custGeom>
              <a:rect b="b" l="l" r="r" t="t"/>
              <a:pathLst>
                <a:path extrusionOk="0" h="1861" w="2713">
                  <a:moveTo>
                    <a:pt x="1" y="1"/>
                  </a:moveTo>
                  <a:lnTo>
                    <a:pt x="1" y="1861"/>
                  </a:lnTo>
                  <a:lnTo>
                    <a:pt x="2712" y="1861"/>
                  </a:lnTo>
                  <a:lnTo>
                    <a:pt x="27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70"/>
          <p:cNvGrpSpPr/>
          <p:nvPr/>
        </p:nvGrpSpPr>
        <p:grpSpPr>
          <a:xfrm>
            <a:off x="265568" y="3179079"/>
            <a:ext cx="2650009" cy="1620095"/>
            <a:chOff x="3772168" y="2037054"/>
            <a:chExt cx="2650009" cy="1620095"/>
          </a:xfrm>
        </p:grpSpPr>
        <p:sp>
          <p:nvSpPr>
            <p:cNvPr id="360" name="Google Shape;360;p70"/>
            <p:cNvSpPr/>
            <p:nvPr/>
          </p:nvSpPr>
          <p:spPr>
            <a:xfrm>
              <a:off x="5560466" y="2624287"/>
              <a:ext cx="112" cy="401316"/>
            </a:xfrm>
            <a:custGeom>
              <a:rect b="b" l="l" r="r" t="t"/>
              <a:pathLst>
                <a:path extrusionOk="0" h="3579" w="1">
                  <a:moveTo>
                    <a:pt x="0" y="1"/>
                  </a:moveTo>
                  <a:lnTo>
                    <a:pt x="0" y="3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70"/>
            <p:cNvSpPr/>
            <p:nvPr/>
          </p:nvSpPr>
          <p:spPr>
            <a:xfrm>
              <a:off x="5558336" y="2624287"/>
              <a:ext cx="5494" cy="401316"/>
            </a:xfrm>
            <a:custGeom>
              <a:rect b="b" l="l" r="r" t="t"/>
              <a:pathLst>
                <a:path extrusionOk="0" h="3579" w="49">
                  <a:moveTo>
                    <a:pt x="1" y="1"/>
                  </a:moveTo>
                  <a:lnTo>
                    <a:pt x="1" y="3579"/>
                  </a:lnTo>
                  <a:lnTo>
                    <a:pt x="49" y="3579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70"/>
            <p:cNvSpPr/>
            <p:nvPr/>
          </p:nvSpPr>
          <p:spPr>
            <a:xfrm>
              <a:off x="5641747" y="2624287"/>
              <a:ext cx="112" cy="401316"/>
            </a:xfrm>
            <a:custGeom>
              <a:rect b="b" l="l" r="r" t="t"/>
              <a:pathLst>
                <a:path extrusionOk="0" h="3579" w="1">
                  <a:moveTo>
                    <a:pt x="1" y="1"/>
                  </a:moveTo>
                  <a:lnTo>
                    <a:pt x="1" y="3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70"/>
            <p:cNvSpPr/>
            <p:nvPr/>
          </p:nvSpPr>
          <p:spPr>
            <a:xfrm>
              <a:off x="5640065" y="2624287"/>
              <a:ext cx="5494" cy="401316"/>
            </a:xfrm>
            <a:custGeom>
              <a:rect b="b" l="l" r="r" t="t"/>
              <a:pathLst>
                <a:path extrusionOk="0" h="3579" w="49">
                  <a:moveTo>
                    <a:pt x="1" y="1"/>
                  </a:moveTo>
                  <a:lnTo>
                    <a:pt x="1" y="3579"/>
                  </a:lnTo>
                  <a:lnTo>
                    <a:pt x="49" y="3579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70"/>
            <p:cNvSpPr/>
            <p:nvPr/>
          </p:nvSpPr>
          <p:spPr>
            <a:xfrm>
              <a:off x="5514948" y="2481656"/>
              <a:ext cx="170748" cy="104394"/>
            </a:xfrm>
            <a:custGeom>
              <a:rect b="b" l="l" r="r" t="t"/>
              <a:pathLst>
                <a:path extrusionOk="0" h="931" w="1523">
                  <a:moveTo>
                    <a:pt x="220" y="0"/>
                  </a:moveTo>
                  <a:cubicBezTo>
                    <a:pt x="109" y="0"/>
                    <a:pt x="1" y="93"/>
                    <a:pt x="1" y="220"/>
                  </a:cubicBezTo>
                  <a:lnTo>
                    <a:pt x="1" y="715"/>
                  </a:lnTo>
                  <a:cubicBezTo>
                    <a:pt x="1" y="822"/>
                    <a:pt x="109" y="930"/>
                    <a:pt x="220" y="930"/>
                  </a:cubicBezTo>
                  <a:lnTo>
                    <a:pt x="1303" y="930"/>
                  </a:lnTo>
                  <a:cubicBezTo>
                    <a:pt x="1429" y="930"/>
                    <a:pt x="1522" y="822"/>
                    <a:pt x="1522" y="715"/>
                  </a:cubicBezTo>
                  <a:lnTo>
                    <a:pt x="1522" y="220"/>
                  </a:lnTo>
                  <a:cubicBezTo>
                    <a:pt x="1522" y="93"/>
                    <a:pt x="1429" y="0"/>
                    <a:pt x="1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70"/>
            <p:cNvSpPr/>
            <p:nvPr/>
          </p:nvSpPr>
          <p:spPr>
            <a:xfrm>
              <a:off x="3991123" y="2582574"/>
              <a:ext cx="2413900" cy="107758"/>
            </a:xfrm>
            <a:custGeom>
              <a:rect b="b" l="l" r="r" t="t"/>
              <a:pathLst>
                <a:path extrusionOk="0" h="961" w="21531">
                  <a:moveTo>
                    <a:pt x="21482" y="1"/>
                  </a:moveTo>
                  <a:lnTo>
                    <a:pt x="21482" y="15"/>
                  </a:lnTo>
                  <a:cubicBezTo>
                    <a:pt x="21482" y="294"/>
                    <a:pt x="21419" y="510"/>
                    <a:pt x="21311" y="666"/>
                  </a:cubicBezTo>
                  <a:cubicBezTo>
                    <a:pt x="21203" y="837"/>
                    <a:pt x="21066" y="916"/>
                    <a:pt x="20895" y="916"/>
                  </a:cubicBezTo>
                  <a:cubicBezTo>
                    <a:pt x="20709" y="916"/>
                    <a:pt x="20489" y="789"/>
                    <a:pt x="20303" y="480"/>
                  </a:cubicBezTo>
                  <a:cubicBezTo>
                    <a:pt x="20210" y="358"/>
                    <a:pt x="20117" y="201"/>
                    <a:pt x="20102" y="45"/>
                  </a:cubicBezTo>
                  <a:cubicBezTo>
                    <a:pt x="20102" y="45"/>
                    <a:pt x="20102" y="30"/>
                    <a:pt x="20087" y="30"/>
                  </a:cubicBezTo>
                  <a:cubicBezTo>
                    <a:pt x="20073" y="30"/>
                    <a:pt x="20073" y="30"/>
                    <a:pt x="20058" y="45"/>
                  </a:cubicBezTo>
                  <a:cubicBezTo>
                    <a:pt x="19994" y="265"/>
                    <a:pt x="19916" y="451"/>
                    <a:pt x="19823" y="603"/>
                  </a:cubicBezTo>
                  <a:cubicBezTo>
                    <a:pt x="19715" y="744"/>
                    <a:pt x="19608" y="823"/>
                    <a:pt x="19436" y="837"/>
                  </a:cubicBezTo>
                  <a:cubicBezTo>
                    <a:pt x="19343" y="837"/>
                    <a:pt x="19236" y="808"/>
                    <a:pt x="19094" y="730"/>
                  </a:cubicBezTo>
                  <a:cubicBezTo>
                    <a:pt x="18800" y="588"/>
                    <a:pt x="18614" y="280"/>
                    <a:pt x="18555" y="79"/>
                  </a:cubicBezTo>
                  <a:cubicBezTo>
                    <a:pt x="18555" y="79"/>
                    <a:pt x="18555" y="64"/>
                    <a:pt x="18536" y="64"/>
                  </a:cubicBezTo>
                  <a:cubicBezTo>
                    <a:pt x="18521" y="64"/>
                    <a:pt x="18521" y="79"/>
                    <a:pt x="18521" y="79"/>
                  </a:cubicBezTo>
                  <a:cubicBezTo>
                    <a:pt x="18477" y="216"/>
                    <a:pt x="18384" y="309"/>
                    <a:pt x="18291" y="373"/>
                  </a:cubicBezTo>
                  <a:cubicBezTo>
                    <a:pt x="18183" y="436"/>
                    <a:pt x="18056" y="465"/>
                    <a:pt x="17919" y="465"/>
                  </a:cubicBezTo>
                  <a:cubicBezTo>
                    <a:pt x="17634" y="465"/>
                    <a:pt x="17345" y="332"/>
                    <a:pt x="17202" y="100"/>
                  </a:cubicBezTo>
                  <a:lnTo>
                    <a:pt x="17202" y="100"/>
                  </a:lnTo>
                  <a:cubicBezTo>
                    <a:pt x="17203" y="98"/>
                    <a:pt x="17204" y="96"/>
                    <a:pt x="17205" y="94"/>
                  </a:cubicBezTo>
                  <a:lnTo>
                    <a:pt x="17198" y="94"/>
                  </a:lnTo>
                  <a:cubicBezTo>
                    <a:pt x="17195" y="89"/>
                    <a:pt x="17193" y="84"/>
                    <a:pt x="17190" y="79"/>
                  </a:cubicBezTo>
                  <a:lnTo>
                    <a:pt x="17175" y="79"/>
                  </a:lnTo>
                  <a:cubicBezTo>
                    <a:pt x="17175" y="79"/>
                    <a:pt x="17160" y="79"/>
                    <a:pt x="17160" y="94"/>
                  </a:cubicBezTo>
                  <a:cubicBezTo>
                    <a:pt x="17082" y="294"/>
                    <a:pt x="16989" y="451"/>
                    <a:pt x="16862" y="544"/>
                  </a:cubicBezTo>
                  <a:cubicBezTo>
                    <a:pt x="16740" y="637"/>
                    <a:pt x="16617" y="681"/>
                    <a:pt x="16476" y="681"/>
                  </a:cubicBezTo>
                  <a:cubicBezTo>
                    <a:pt x="16152" y="681"/>
                    <a:pt x="15825" y="451"/>
                    <a:pt x="15653" y="79"/>
                  </a:cubicBezTo>
                  <a:cubicBezTo>
                    <a:pt x="15653" y="64"/>
                    <a:pt x="15639" y="64"/>
                    <a:pt x="15639" y="64"/>
                  </a:cubicBezTo>
                  <a:lnTo>
                    <a:pt x="15624" y="64"/>
                  </a:lnTo>
                  <a:cubicBezTo>
                    <a:pt x="15453" y="387"/>
                    <a:pt x="15096" y="558"/>
                    <a:pt x="14757" y="558"/>
                  </a:cubicBezTo>
                  <a:cubicBezTo>
                    <a:pt x="14601" y="558"/>
                    <a:pt x="14445" y="529"/>
                    <a:pt x="14322" y="451"/>
                  </a:cubicBezTo>
                  <a:cubicBezTo>
                    <a:pt x="14199" y="373"/>
                    <a:pt x="14106" y="250"/>
                    <a:pt x="14043" y="79"/>
                  </a:cubicBezTo>
                  <a:lnTo>
                    <a:pt x="14028" y="64"/>
                  </a:lnTo>
                  <a:cubicBezTo>
                    <a:pt x="14013" y="64"/>
                    <a:pt x="14013" y="79"/>
                    <a:pt x="13998" y="79"/>
                  </a:cubicBezTo>
                  <a:cubicBezTo>
                    <a:pt x="13794" y="495"/>
                    <a:pt x="13440" y="681"/>
                    <a:pt x="13083" y="681"/>
                  </a:cubicBezTo>
                  <a:cubicBezTo>
                    <a:pt x="12678" y="681"/>
                    <a:pt x="12276" y="451"/>
                    <a:pt x="12060" y="64"/>
                  </a:cubicBezTo>
                  <a:cubicBezTo>
                    <a:pt x="12060" y="45"/>
                    <a:pt x="12045" y="45"/>
                    <a:pt x="12045" y="45"/>
                  </a:cubicBezTo>
                  <a:lnTo>
                    <a:pt x="12012" y="45"/>
                  </a:lnTo>
                  <a:cubicBezTo>
                    <a:pt x="11766" y="417"/>
                    <a:pt x="11424" y="666"/>
                    <a:pt x="11037" y="666"/>
                  </a:cubicBezTo>
                  <a:cubicBezTo>
                    <a:pt x="10866" y="666"/>
                    <a:pt x="10680" y="622"/>
                    <a:pt x="10494" y="510"/>
                  </a:cubicBezTo>
                  <a:cubicBezTo>
                    <a:pt x="10416" y="465"/>
                    <a:pt x="10323" y="373"/>
                    <a:pt x="10245" y="294"/>
                  </a:cubicBezTo>
                  <a:cubicBezTo>
                    <a:pt x="10167" y="201"/>
                    <a:pt x="10092" y="123"/>
                    <a:pt x="10029" y="79"/>
                  </a:cubicBezTo>
                  <a:cubicBezTo>
                    <a:pt x="10022" y="71"/>
                    <a:pt x="10018" y="67"/>
                    <a:pt x="10014" y="67"/>
                  </a:cubicBezTo>
                  <a:cubicBezTo>
                    <a:pt x="10011" y="67"/>
                    <a:pt x="10007" y="71"/>
                    <a:pt x="9999" y="79"/>
                  </a:cubicBezTo>
                  <a:cubicBezTo>
                    <a:pt x="9921" y="123"/>
                    <a:pt x="9858" y="187"/>
                    <a:pt x="9795" y="265"/>
                  </a:cubicBezTo>
                  <a:cubicBezTo>
                    <a:pt x="9720" y="324"/>
                    <a:pt x="9657" y="387"/>
                    <a:pt x="9579" y="436"/>
                  </a:cubicBezTo>
                  <a:cubicBezTo>
                    <a:pt x="9363" y="544"/>
                    <a:pt x="9144" y="588"/>
                    <a:pt x="8928" y="588"/>
                  </a:cubicBezTo>
                  <a:cubicBezTo>
                    <a:pt x="8512" y="588"/>
                    <a:pt x="8140" y="387"/>
                    <a:pt x="7876" y="30"/>
                  </a:cubicBezTo>
                  <a:cubicBezTo>
                    <a:pt x="7876" y="15"/>
                    <a:pt x="7876" y="15"/>
                    <a:pt x="7861" y="15"/>
                  </a:cubicBezTo>
                  <a:cubicBezTo>
                    <a:pt x="7861" y="15"/>
                    <a:pt x="7842" y="15"/>
                    <a:pt x="7842" y="30"/>
                  </a:cubicBezTo>
                  <a:cubicBezTo>
                    <a:pt x="7797" y="108"/>
                    <a:pt x="7783" y="216"/>
                    <a:pt x="7768" y="309"/>
                  </a:cubicBezTo>
                  <a:cubicBezTo>
                    <a:pt x="7749" y="402"/>
                    <a:pt x="7719" y="480"/>
                    <a:pt x="7675" y="558"/>
                  </a:cubicBezTo>
                  <a:cubicBezTo>
                    <a:pt x="7563" y="696"/>
                    <a:pt x="7425" y="759"/>
                    <a:pt x="7254" y="789"/>
                  </a:cubicBezTo>
                  <a:lnTo>
                    <a:pt x="7117" y="789"/>
                  </a:lnTo>
                  <a:cubicBezTo>
                    <a:pt x="6897" y="789"/>
                    <a:pt x="6726" y="696"/>
                    <a:pt x="6588" y="558"/>
                  </a:cubicBezTo>
                  <a:cubicBezTo>
                    <a:pt x="6447" y="417"/>
                    <a:pt x="6354" y="216"/>
                    <a:pt x="6309" y="45"/>
                  </a:cubicBezTo>
                  <a:cubicBezTo>
                    <a:pt x="6309" y="30"/>
                    <a:pt x="6309" y="30"/>
                    <a:pt x="6295" y="30"/>
                  </a:cubicBezTo>
                  <a:lnTo>
                    <a:pt x="6280" y="30"/>
                  </a:lnTo>
                  <a:cubicBezTo>
                    <a:pt x="6060" y="436"/>
                    <a:pt x="5659" y="637"/>
                    <a:pt x="5272" y="637"/>
                  </a:cubicBezTo>
                  <a:cubicBezTo>
                    <a:pt x="4885" y="637"/>
                    <a:pt x="4513" y="436"/>
                    <a:pt x="4327" y="64"/>
                  </a:cubicBezTo>
                  <a:lnTo>
                    <a:pt x="4293" y="64"/>
                  </a:lnTo>
                  <a:cubicBezTo>
                    <a:pt x="4029" y="402"/>
                    <a:pt x="3598" y="573"/>
                    <a:pt x="3163" y="573"/>
                  </a:cubicBezTo>
                  <a:cubicBezTo>
                    <a:pt x="2962" y="573"/>
                    <a:pt x="2761" y="529"/>
                    <a:pt x="2590" y="465"/>
                  </a:cubicBezTo>
                  <a:cubicBezTo>
                    <a:pt x="2419" y="387"/>
                    <a:pt x="2262" y="309"/>
                    <a:pt x="2140" y="172"/>
                  </a:cubicBezTo>
                  <a:cubicBezTo>
                    <a:pt x="2140" y="172"/>
                    <a:pt x="2125" y="157"/>
                    <a:pt x="2125" y="138"/>
                  </a:cubicBezTo>
                  <a:cubicBezTo>
                    <a:pt x="2110" y="123"/>
                    <a:pt x="2095" y="94"/>
                    <a:pt x="2076" y="79"/>
                  </a:cubicBezTo>
                  <a:cubicBezTo>
                    <a:pt x="2075" y="77"/>
                    <a:pt x="2074" y="76"/>
                    <a:pt x="2073" y="74"/>
                  </a:cubicBezTo>
                  <a:lnTo>
                    <a:pt x="2073" y="74"/>
                  </a:lnTo>
                  <a:cubicBezTo>
                    <a:pt x="2076" y="70"/>
                    <a:pt x="2076" y="64"/>
                    <a:pt x="2076" y="64"/>
                  </a:cubicBezTo>
                  <a:cubicBezTo>
                    <a:pt x="2062" y="45"/>
                    <a:pt x="2062" y="30"/>
                    <a:pt x="2062" y="30"/>
                  </a:cubicBezTo>
                  <a:lnTo>
                    <a:pt x="2047" y="30"/>
                  </a:lnTo>
                  <a:lnTo>
                    <a:pt x="2047" y="15"/>
                  </a:lnTo>
                  <a:lnTo>
                    <a:pt x="2017" y="15"/>
                  </a:lnTo>
                  <a:lnTo>
                    <a:pt x="2017" y="30"/>
                  </a:lnTo>
                  <a:lnTo>
                    <a:pt x="2017" y="45"/>
                  </a:lnTo>
                  <a:lnTo>
                    <a:pt x="2017" y="64"/>
                  </a:lnTo>
                  <a:lnTo>
                    <a:pt x="2019" y="64"/>
                  </a:lnTo>
                  <a:cubicBezTo>
                    <a:pt x="1742" y="456"/>
                    <a:pt x="1405" y="622"/>
                    <a:pt x="1072" y="622"/>
                  </a:cubicBezTo>
                  <a:cubicBezTo>
                    <a:pt x="700" y="622"/>
                    <a:pt x="328" y="417"/>
                    <a:pt x="31" y="45"/>
                  </a:cubicBezTo>
                  <a:lnTo>
                    <a:pt x="1" y="79"/>
                  </a:lnTo>
                  <a:cubicBezTo>
                    <a:pt x="295" y="451"/>
                    <a:pt x="682" y="666"/>
                    <a:pt x="1072" y="666"/>
                  </a:cubicBezTo>
                  <a:cubicBezTo>
                    <a:pt x="1418" y="666"/>
                    <a:pt x="1768" y="488"/>
                    <a:pt x="2044" y="104"/>
                  </a:cubicBezTo>
                  <a:lnTo>
                    <a:pt x="2044" y="104"/>
                  </a:lnTo>
                  <a:cubicBezTo>
                    <a:pt x="2049" y="110"/>
                    <a:pt x="2055" y="117"/>
                    <a:pt x="2062" y="123"/>
                  </a:cubicBezTo>
                  <a:cubicBezTo>
                    <a:pt x="2062" y="138"/>
                    <a:pt x="2076" y="157"/>
                    <a:pt x="2076" y="172"/>
                  </a:cubicBezTo>
                  <a:cubicBezTo>
                    <a:pt x="2095" y="187"/>
                    <a:pt x="2095" y="201"/>
                    <a:pt x="2110" y="201"/>
                  </a:cubicBezTo>
                  <a:cubicBezTo>
                    <a:pt x="2233" y="343"/>
                    <a:pt x="2404" y="436"/>
                    <a:pt x="2575" y="495"/>
                  </a:cubicBezTo>
                  <a:cubicBezTo>
                    <a:pt x="2761" y="573"/>
                    <a:pt x="2962" y="603"/>
                    <a:pt x="3163" y="603"/>
                  </a:cubicBezTo>
                  <a:cubicBezTo>
                    <a:pt x="3582" y="603"/>
                    <a:pt x="4030" y="447"/>
                    <a:pt x="4298" y="129"/>
                  </a:cubicBezTo>
                  <a:lnTo>
                    <a:pt x="4298" y="129"/>
                  </a:lnTo>
                  <a:cubicBezTo>
                    <a:pt x="4504" y="493"/>
                    <a:pt x="4879" y="681"/>
                    <a:pt x="5272" y="681"/>
                  </a:cubicBezTo>
                  <a:cubicBezTo>
                    <a:pt x="5663" y="681"/>
                    <a:pt x="6072" y="491"/>
                    <a:pt x="6292" y="96"/>
                  </a:cubicBezTo>
                  <a:lnTo>
                    <a:pt x="6292" y="96"/>
                  </a:lnTo>
                  <a:cubicBezTo>
                    <a:pt x="6340" y="281"/>
                    <a:pt x="6429" y="449"/>
                    <a:pt x="6559" y="588"/>
                  </a:cubicBezTo>
                  <a:cubicBezTo>
                    <a:pt x="6696" y="730"/>
                    <a:pt x="6882" y="837"/>
                    <a:pt x="7117" y="837"/>
                  </a:cubicBezTo>
                  <a:cubicBezTo>
                    <a:pt x="7161" y="837"/>
                    <a:pt x="7210" y="837"/>
                    <a:pt x="7254" y="823"/>
                  </a:cubicBezTo>
                  <a:cubicBezTo>
                    <a:pt x="7425" y="789"/>
                    <a:pt x="7597" y="730"/>
                    <a:pt x="7704" y="588"/>
                  </a:cubicBezTo>
                  <a:cubicBezTo>
                    <a:pt x="7768" y="495"/>
                    <a:pt x="7783" y="402"/>
                    <a:pt x="7797" y="309"/>
                  </a:cubicBezTo>
                  <a:cubicBezTo>
                    <a:pt x="7811" y="227"/>
                    <a:pt x="7824" y="144"/>
                    <a:pt x="7860" y="72"/>
                  </a:cubicBezTo>
                  <a:lnTo>
                    <a:pt x="7860" y="72"/>
                  </a:lnTo>
                  <a:cubicBezTo>
                    <a:pt x="8124" y="445"/>
                    <a:pt x="8503" y="637"/>
                    <a:pt x="8928" y="637"/>
                  </a:cubicBezTo>
                  <a:cubicBezTo>
                    <a:pt x="9144" y="637"/>
                    <a:pt x="9378" y="573"/>
                    <a:pt x="9594" y="465"/>
                  </a:cubicBezTo>
                  <a:cubicBezTo>
                    <a:pt x="9687" y="417"/>
                    <a:pt x="9750" y="358"/>
                    <a:pt x="9828" y="294"/>
                  </a:cubicBezTo>
                  <a:cubicBezTo>
                    <a:pt x="9884" y="221"/>
                    <a:pt x="9943" y="164"/>
                    <a:pt x="10015" y="117"/>
                  </a:cubicBezTo>
                  <a:lnTo>
                    <a:pt x="10015" y="117"/>
                  </a:lnTo>
                  <a:cubicBezTo>
                    <a:pt x="10072" y="154"/>
                    <a:pt x="10144" y="238"/>
                    <a:pt x="10215" y="309"/>
                  </a:cubicBezTo>
                  <a:cubicBezTo>
                    <a:pt x="10293" y="402"/>
                    <a:pt x="10386" y="495"/>
                    <a:pt x="10479" y="558"/>
                  </a:cubicBezTo>
                  <a:cubicBezTo>
                    <a:pt x="10665" y="666"/>
                    <a:pt x="10851" y="715"/>
                    <a:pt x="11037" y="715"/>
                  </a:cubicBezTo>
                  <a:cubicBezTo>
                    <a:pt x="11426" y="715"/>
                    <a:pt x="11773" y="468"/>
                    <a:pt x="12034" y="115"/>
                  </a:cubicBezTo>
                  <a:lnTo>
                    <a:pt x="12034" y="115"/>
                  </a:lnTo>
                  <a:cubicBezTo>
                    <a:pt x="12272" y="494"/>
                    <a:pt x="12676" y="715"/>
                    <a:pt x="13083" y="715"/>
                  </a:cubicBezTo>
                  <a:cubicBezTo>
                    <a:pt x="13441" y="715"/>
                    <a:pt x="13798" y="543"/>
                    <a:pt x="14017" y="143"/>
                  </a:cubicBezTo>
                  <a:lnTo>
                    <a:pt x="14017" y="143"/>
                  </a:lnTo>
                  <a:cubicBezTo>
                    <a:pt x="14079" y="291"/>
                    <a:pt x="14179" y="410"/>
                    <a:pt x="14307" y="480"/>
                  </a:cubicBezTo>
                  <a:cubicBezTo>
                    <a:pt x="14430" y="558"/>
                    <a:pt x="14586" y="603"/>
                    <a:pt x="14757" y="603"/>
                  </a:cubicBezTo>
                  <a:cubicBezTo>
                    <a:pt x="15103" y="603"/>
                    <a:pt x="15463" y="428"/>
                    <a:pt x="15637" y="123"/>
                  </a:cubicBezTo>
                  <a:lnTo>
                    <a:pt x="15637" y="123"/>
                  </a:lnTo>
                  <a:cubicBezTo>
                    <a:pt x="15812" y="493"/>
                    <a:pt x="16146" y="730"/>
                    <a:pt x="16476" y="730"/>
                  </a:cubicBezTo>
                  <a:cubicBezTo>
                    <a:pt x="16617" y="730"/>
                    <a:pt x="16769" y="681"/>
                    <a:pt x="16896" y="573"/>
                  </a:cubicBezTo>
                  <a:cubicBezTo>
                    <a:pt x="17008" y="489"/>
                    <a:pt x="17107" y="339"/>
                    <a:pt x="17183" y="149"/>
                  </a:cubicBezTo>
                  <a:lnTo>
                    <a:pt x="17183" y="149"/>
                  </a:lnTo>
                  <a:cubicBezTo>
                    <a:pt x="17332" y="387"/>
                    <a:pt x="17640" y="510"/>
                    <a:pt x="17919" y="510"/>
                  </a:cubicBezTo>
                  <a:cubicBezTo>
                    <a:pt x="18056" y="510"/>
                    <a:pt x="18198" y="480"/>
                    <a:pt x="18306" y="417"/>
                  </a:cubicBezTo>
                  <a:cubicBezTo>
                    <a:pt x="18402" y="351"/>
                    <a:pt x="18487" y="269"/>
                    <a:pt x="18538" y="141"/>
                  </a:cubicBezTo>
                  <a:lnTo>
                    <a:pt x="18538" y="141"/>
                  </a:lnTo>
                  <a:cubicBezTo>
                    <a:pt x="18614" y="343"/>
                    <a:pt x="18794" y="633"/>
                    <a:pt x="19079" y="774"/>
                  </a:cubicBezTo>
                  <a:cubicBezTo>
                    <a:pt x="19221" y="837"/>
                    <a:pt x="19329" y="867"/>
                    <a:pt x="19436" y="867"/>
                  </a:cubicBezTo>
                  <a:cubicBezTo>
                    <a:pt x="19622" y="867"/>
                    <a:pt x="19764" y="774"/>
                    <a:pt x="19857" y="622"/>
                  </a:cubicBezTo>
                  <a:cubicBezTo>
                    <a:pt x="19951" y="485"/>
                    <a:pt x="20008" y="326"/>
                    <a:pt x="20073" y="144"/>
                  </a:cubicBezTo>
                  <a:lnTo>
                    <a:pt x="20073" y="144"/>
                  </a:lnTo>
                  <a:cubicBezTo>
                    <a:pt x="20110" y="270"/>
                    <a:pt x="20197" y="397"/>
                    <a:pt x="20273" y="510"/>
                  </a:cubicBezTo>
                  <a:cubicBezTo>
                    <a:pt x="20459" y="823"/>
                    <a:pt x="20694" y="960"/>
                    <a:pt x="20895" y="960"/>
                  </a:cubicBezTo>
                  <a:cubicBezTo>
                    <a:pt x="21081" y="960"/>
                    <a:pt x="21233" y="867"/>
                    <a:pt x="21345" y="696"/>
                  </a:cubicBezTo>
                  <a:cubicBezTo>
                    <a:pt x="21467" y="529"/>
                    <a:pt x="21531" y="294"/>
                    <a:pt x="21531" y="15"/>
                  </a:cubicBezTo>
                  <a:lnTo>
                    <a:pt x="215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70"/>
            <p:cNvSpPr/>
            <p:nvPr/>
          </p:nvSpPr>
          <p:spPr>
            <a:xfrm>
              <a:off x="5108321" y="2180914"/>
              <a:ext cx="59414" cy="1474061"/>
            </a:xfrm>
            <a:custGeom>
              <a:rect b="b" l="l" r="r" t="t"/>
              <a:pathLst>
                <a:path extrusionOk="0" h="13425" w="530">
                  <a:moveTo>
                    <a:pt x="1" y="0"/>
                  </a:moveTo>
                  <a:lnTo>
                    <a:pt x="1" y="13425"/>
                  </a:lnTo>
                  <a:lnTo>
                    <a:pt x="529" y="13425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70"/>
            <p:cNvSpPr/>
            <p:nvPr/>
          </p:nvSpPr>
          <p:spPr>
            <a:xfrm>
              <a:off x="5110000" y="2180919"/>
              <a:ext cx="57738" cy="78492"/>
            </a:xfrm>
            <a:custGeom>
              <a:rect b="b" l="l" r="r" t="t"/>
              <a:pathLst>
                <a:path extrusionOk="0" h="700" w="515">
                  <a:moveTo>
                    <a:pt x="1" y="0"/>
                  </a:moveTo>
                  <a:lnTo>
                    <a:pt x="1" y="700"/>
                  </a:lnTo>
                  <a:lnTo>
                    <a:pt x="514" y="700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70"/>
            <p:cNvSpPr/>
            <p:nvPr/>
          </p:nvSpPr>
          <p:spPr>
            <a:xfrm>
              <a:off x="5078721" y="2037054"/>
              <a:ext cx="120297" cy="180643"/>
            </a:xfrm>
            <a:custGeom>
              <a:rect b="b" l="l" r="r" t="t"/>
              <a:pathLst>
                <a:path extrusionOk="0" h="1611" w="1073">
                  <a:moveTo>
                    <a:pt x="1" y="0"/>
                  </a:moveTo>
                  <a:lnTo>
                    <a:pt x="1" y="1611"/>
                  </a:lnTo>
                  <a:lnTo>
                    <a:pt x="1072" y="1611"/>
                  </a:lnTo>
                  <a:lnTo>
                    <a:pt x="10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70"/>
            <p:cNvSpPr/>
            <p:nvPr/>
          </p:nvSpPr>
          <p:spPr>
            <a:xfrm>
              <a:off x="4074534" y="2120480"/>
              <a:ext cx="1065183" cy="467249"/>
            </a:xfrm>
            <a:custGeom>
              <a:rect b="b" l="l" r="r" t="t"/>
              <a:pathLst>
                <a:path extrusionOk="0" h="4167" w="9501">
                  <a:moveTo>
                    <a:pt x="9300" y="0"/>
                  </a:moveTo>
                  <a:lnTo>
                    <a:pt x="1" y="3720"/>
                  </a:lnTo>
                  <a:lnTo>
                    <a:pt x="187" y="4166"/>
                  </a:lnTo>
                  <a:lnTo>
                    <a:pt x="9501" y="446"/>
                  </a:lnTo>
                  <a:lnTo>
                    <a:pt x="93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70"/>
            <p:cNvSpPr/>
            <p:nvPr/>
          </p:nvSpPr>
          <p:spPr>
            <a:xfrm>
              <a:off x="3824300" y="2554653"/>
              <a:ext cx="2597877" cy="40143"/>
            </a:xfrm>
            <a:custGeom>
              <a:rect b="b" l="l" r="r" t="t"/>
              <a:pathLst>
                <a:path extrusionOk="0" h="358" w="23172">
                  <a:moveTo>
                    <a:pt x="1" y="0"/>
                  </a:moveTo>
                  <a:lnTo>
                    <a:pt x="1" y="357"/>
                  </a:lnTo>
                  <a:lnTo>
                    <a:pt x="23171" y="357"/>
                  </a:lnTo>
                  <a:lnTo>
                    <a:pt x="231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70"/>
            <p:cNvSpPr/>
            <p:nvPr/>
          </p:nvSpPr>
          <p:spPr>
            <a:xfrm>
              <a:off x="5162132" y="2120480"/>
              <a:ext cx="1058569" cy="462203"/>
            </a:xfrm>
            <a:custGeom>
              <a:rect b="b" l="l" r="r" t="t"/>
              <a:pathLst>
                <a:path extrusionOk="0" h="4122" w="9442">
                  <a:moveTo>
                    <a:pt x="112" y="0"/>
                  </a:moveTo>
                  <a:lnTo>
                    <a:pt x="1" y="246"/>
                  </a:lnTo>
                  <a:lnTo>
                    <a:pt x="9334" y="4122"/>
                  </a:lnTo>
                  <a:lnTo>
                    <a:pt x="9442" y="387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70"/>
            <p:cNvSpPr/>
            <p:nvPr/>
          </p:nvSpPr>
          <p:spPr>
            <a:xfrm>
              <a:off x="3772168" y="2379055"/>
              <a:ext cx="325015" cy="194883"/>
            </a:xfrm>
            <a:custGeom>
              <a:rect b="b" l="l" r="r" t="t"/>
              <a:pathLst>
                <a:path extrusionOk="0" h="1738" w="2899">
                  <a:moveTo>
                    <a:pt x="1" y="0"/>
                  </a:moveTo>
                  <a:lnTo>
                    <a:pt x="1" y="1737"/>
                  </a:lnTo>
                  <a:lnTo>
                    <a:pt x="2899" y="1737"/>
                  </a:lnTo>
                  <a:lnTo>
                    <a:pt x="2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70"/>
            <p:cNvSpPr/>
            <p:nvPr/>
          </p:nvSpPr>
          <p:spPr>
            <a:xfrm>
              <a:off x="3881926" y="2572146"/>
              <a:ext cx="116485" cy="1082848"/>
            </a:xfrm>
            <a:custGeom>
              <a:rect b="b" l="l" r="r" t="t"/>
              <a:pathLst>
                <a:path extrusionOk="0" h="9657" w="1039">
                  <a:moveTo>
                    <a:pt x="0" y="1"/>
                  </a:moveTo>
                  <a:lnTo>
                    <a:pt x="0" y="9657"/>
                  </a:lnTo>
                  <a:lnTo>
                    <a:pt x="1038" y="9657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70"/>
            <p:cNvSpPr/>
            <p:nvPr/>
          </p:nvSpPr>
          <p:spPr>
            <a:xfrm>
              <a:off x="3881926" y="2606794"/>
              <a:ext cx="116485" cy="1004917"/>
            </a:xfrm>
            <a:custGeom>
              <a:rect b="b" l="l" r="r" t="t"/>
              <a:pathLst>
                <a:path extrusionOk="0" h="8962" w="1039">
                  <a:moveTo>
                    <a:pt x="0" y="0"/>
                  </a:moveTo>
                  <a:lnTo>
                    <a:pt x="0" y="279"/>
                  </a:lnTo>
                  <a:lnTo>
                    <a:pt x="1038" y="279"/>
                  </a:lnTo>
                  <a:lnTo>
                    <a:pt x="1038" y="0"/>
                  </a:lnTo>
                  <a:close/>
                  <a:moveTo>
                    <a:pt x="0" y="666"/>
                  </a:moveTo>
                  <a:lnTo>
                    <a:pt x="0" y="964"/>
                  </a:lnTo>
                  <a:lnTo>
                    <a:pt x="1038" y="964"/>
                  </a:lnTo>
                  <a:lnTo>
                    <a:pt x="1038" y="666"/>
                  </a:lnTo>
                  <a:close/>
                  <a:moveTo>
                    <a:pt x="0" y="1336"/>
                  </a:moveTo>
                  <a:lnTo>
                    <a:pt x="0" y="1630"/>
                  </a:lnTo>
                  <a:lnTo>
                    <a:pt x="1038" y="1630"/>
                  </a:lnTo>
                  <a:lnTo>
                    <a:pt x="1038" y="1336"/>
                  </a:lnTo>
                  <a:close/>
                  <a:moveTo>
                    <a:pt x="0" y="2016"/>
                  </a:moveTo>
                  <a:lnTo>
                    <a:pt x="0" y="2295"/>
                  </a:lnTo>
                  <a:lnTo>
                    <a:pt x="1038" y="2295"/>
                  </a:lnTo>
                  <a:lnTo>
                    <a:pt x="1038" y="2016"/>
                  </a:lnTo>
                  <a:close/>
                  <a:moveTo>
                    <a:pt x="0" y="2682"/>
                  </a:moveTo>
                  <a:lnTo>
                    <a:pt x="0" y="2961"/>
                  </a:lnTo>
                  <a:lnTo>
                    <a:pt x="1038" y="2961"/>
                  </a:lnTo>
                  <a:lnTo>
                    <a:pt x="1038" y="2682"/>
                  </a:lnTo>
                  <a:close/>
                  <a:moveTo>
                    <a:pt x="0" y="3348"/>
                  </a:moveTo>
                  <a:lnTo>
                    <a:pt x="0" y="3627"/>
                  </a:lnTo>
                  <a:lnTo>
                    <a:pt x="1038" y="3627"/>
                  </a:lnTo>
                  <a:lnTo>
                    <a:pt x="1038" y="3348"/>
                  </a:lnTo>
                  <a:close/>
                  <a:moveTo>
                    <a:pt x="0" y="4014"/>
                  </a:moveTo>
                  <a:lnTo>
                    <a:pt x="0" y="4293"/>
                  </a:lnTo>
                  <a:lnTo>
                    <a:pt x="1038" y="4293"/>
                  </a:lnTo>
                  <a:lnTo>
                    <a:pt x="1038" y="4014"/>
                  </a:lnTo>
                  <a:close/>
                  <a:moveTo>
                    <a:pt x="0" y="4683"/>
                  </a:moveTo>
                  <a:lnTo>
                    <a:pt x="0" y="4962"/>
                  </a:lnTo>
                  <a:lnTo>
                    <a:pt x="1038" y="4962"/>
                  </a:lnTo>
                  <a:lnTo>
                    <a:pt x="1038" y="4683"/>
                  </a:lnTo>
                  <a:close/>
                  <a:moveTo>
                    <a:pt x="0" y="5349"/>
                  </a:moveTo>
                  <a:lnTo>
                    <a:pt x="0" y="5628"/>
                  </a:lnTo>
                  <a:lnTo>
                    <a:pt x="1038" y="5628"/>
                  </a:lnTo>
                  <a:lnTo>
                    <a:pt x="1038" y="5349"/>
                  </a:lnTo>
                  <a:close/>
                  <a:moveTo>
                    <a:pt x="0" y="6015"/>
                  </a:moveTo>
                  <a:lnTo>
                    <a:pt x="0" y="6294"/>
                  </a:lnTo>
                  <a:lnTo>
                    <a:pt x="1038" y="6294"/>
                  </a:lnTo>
                  <a:lnTo>
                    <a:pt x="1038" y="6015"/>
                  </a:lnTo>
                  <a:close/>
                  <a:moveTo>
                    <a:pt x="0" y="6681"/>
                  </a:moveTo>
                  <a:lnTo>
                    <a:pt x="0" y="6960"/>
                  </a:lnTo>
                  <a:lnTo>
                    <a:pt x="1038" y="6960"/>
                  </a:lnTo>
                  <a:lnTo>
                    <a:pt x="1038" y="6681"/>
                  </a:lnTo>
                  <a:close/>
                  <a:moveTo>
                    <a:pt x="0" y="7347"/>
                  </a:moveTo>
                  <a:lnTo>
                    <a:pt x="0" y="7626"/>
                  </a:lnTo>
                  <a:lnTo>
                    <a:pt x="1038" y="7626"/>
                  </a:lnTo>
                  <a:lnTo>
                    <a:pt x="1038" y="7347"/>
                  </a:lnTo>
                  <a:close/>
                  <a:moveTo>
                    <a:pt x="0" y="8013"/>
                  </a:moveTo>
                  <a:lnTo>
                    <a:pt x="0" y="8292"/>
                  </a:lnTo>
                  <a:lnTo>
                    <a:pt x="1038" y="8292"/>
                  </a:lnTo>
                  <a:lnTo>
                    <a:pt x="1038" y="8013"/>
                  </a:lnTo>
                  <a:close/>
                  <a:moveTo>
                    <a:pt x="0" y="8682"/>
                  </a:moveTo>
                  <a:lnTo>
                    <a:pt x="0" y="8961"/>
                  </a:lnTo>
                  <a:lnTo>
                    <a:pt x="1038" y="8961"/>
                  </a:lnTo>
                  <a:lnTo>
                    <a:pt x="1038" y="868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70"/>
            <p:cNvSpPr/>
            <p:nvPr/>
          </p:nvSpPr>
          <p:spPr>
            <a:xfrm>
              <a:off x="3824300" y="2579210"/>
              <a:ext cx="2597877" cy="15586"/>
            </a:xfrm>
            <a:custGeom>
              <a:rect b="b" l="l" r="r" t="t"/>
              <a:pathLst>
                <a:path extrusionOk="0" h="139" w="23172">
                  <a:moveTo>
                    <a:pt x="1" y="1"/>
                  </a:moveTo>
                  <a:lnTo>
                    <a:pt x="1" y="138"/>
                  </a:lnTo>
                  <a:lnTo>
                    <a:pt x="23171" y="138"/>
                  </a:lnTo>
                  <a:lnTo>
                    <a:pt x="231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70"/>
            <p:cNvSpPr/>
            <p:nvPr/>
          </p:nvSpPr>
          <p:spPr>
            <a:xfrm>
              <a:off x="5118745" y="2106239"/>
              <a:ext cx="41818" cy="41825"/>
            </a:xfrm>
            <a:custGeom>
              <a:rect b="b" l="l" r="r" t="t"/>
              <a:pathLst>
                <a:path extrusionOk="0" h="373" w="373">
                  <a:moveTo>
                    <a:pt x="187" y="1"/>
                  </a:moveTo>
                  <a:cubicBezTo>
                    <a:pt x="79" y="1"/>
                    <a:pt x="1" y="94"/>
                    <a:pt x="1" y="187"/>
                  </a:cubicBezTo>
                  <a:cubicBezTo>
                    <a:pt x="1" y="294"/>
                    <a:pt x="79" y="373"/>
                    <a:pt x="187" y="373"/>
                  </a:cubicBezTo>
                  <a:cubicBezTo>
                    <a:pt x="280" y="373"/>
                    <a:pt x="373" y="294"/>
                    <a:pt x="373" y="187"/>
                  </a:cubicBezTo>
                  <a:cubicBezTo>
                    <a:pt x="373" y="94"/>
                    <a:pt x="280" y="1"/>
                    <a:pt x="1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0"/>
            <p:cNvSpPr/>
            <p:nvPr/>
          </p:nvSpPr>
          <p:spPr>
            <a:xfrm>
              <a:off x="3824300" y="2410340"/>
              <a:ext cx="220750" cy="133996"/>
            </a:xfrm>
            <a:custGeom>
              <a:rect b="b" l="l" r="r" t="t"/>
              <a:pathLst>
                <a:path extrusionOk="0" h="1195" w="1969">
                  <a:moveTo>
                    <a:pt x="1" y="0"/>
                  </a:moveTo>
                  <a:lnTo>
                    <a:pt x="1" y="1194"/>
                  </a:lnTo>
                  <a:lnTo>
                    <a:pt x="1969" y="1194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70"/>
            <p:cNvSpPr/>
            <p:nvPr/>
          </p:nvSpPr>
          <p:spPr>
            <a:xfrm>
              <a:off x="5547909" y="2565082"/>
              <a:ext cx="106507" cy="88920"/>
            </a:xfrm>
            <a:custGeom>
              <a:rect b="b" l="l" r="r" t="t"/>
              <a:pathLst>
                <a:path extrusionOk="0" h="793" w="950">
                  <a:moveTo>
                    <a:pt x="127" y="0"/>
                  </a:moveTo>
                  <a:cubicBezTo>
                    <a:pt x="64" y="0"/>
                    <a:pt x="1" y="93"/>
                    <a:pt x="1" y="186"/>
                  </a:cubicBezTo>
                  <a:lnTo>
                    <a:pt x="1" y="621"/>
                  </a:lnTo>
                  <a:cubicBezTo>
                    <a:pt x="1" y="714"/>
                    <a:pt x="64" y="793"/>
                    <a:pt x="127" y="793"/>
                  </a:cubicBezTo>
                  <a:lnTo>
                    <a:pt x="808" y="793"/>
                  </a:lnTo>
                  <a:cubicBezTo>
                    <a:pt x="886" y="793"/>
                    <a:pt x="949" y="714"/>
                    <a:pt x="949" y="621"/>
                  </a:cubicBezTo>
                  <a:lnTo>
                    <a:pt x="949" y="186"/>
                  </a:lnTo>
                  <a:cubicBezTo>
                    <a:pt x="949" y="93"/>
                    <a:pt x="886" y="0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70"/>
            <p:cNvSpPr/>
            <p:nvPr/>
          </p:nvSpPr>
          <p:spPr>
            <a:xfrm>
              <a:off x="5527056" y="2961354"/>
              <a:ext cx="151464" cy="40143"/>
            </a:xfrm>
            <a:custGeom>
              <a:rect b="b" l="l" r="r" t="t"/>
              <a:pathLst>
                <a:path extrusionOk="0" h="358" w="1351">
                  <a:moveTo>
                    <a:pt x="127" y="0"/>
                  </a:moveTo>
                  <a:cubicBezTo>
                    <a:pt x="49" y="0"/>
                    <a:pt x="1" y="78"/>
                    <a:pt x="1" y="171"/>
                  </a:cubicBezTo>
                  <a:lnTo>
                    <a:pt x="1" y="186"/>
                  </a:lnTo>
                  <a:cubicBezTo>
                    <a:pt x="1" y="279"/>
                    <a:pt x="49" y="357"/>
                    <a:pt x="127" y="357"/>
                  </a:cubicBezTo>
                  <a:lnTo>
                    <a:pt x="1210" y="357"/>
                  </a:lnTo>
                  <a:cubicBezTo>
                    <a:pt x="1288" y="357"/>
                    <a:pt x="1351" y="279"/>
                    <a:pt x="1351" y="186"/>
                  </a:cubicBezTo>
                  <a:lnTo>
                    <a:pt x="1351" y="171"/>
                  </a:lnTo>
                  <a:cubicBezTo>
                    <a:pt x="1351" y="78"/>
                    <a:pt x="1288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0" name="Google Shape;380;p70"/>
            <p:cNvGrpSpPr/>
            <p:nvPr/>
          </p:nvGrpSpPr>
          <p:grpSpPr>
            <a:xfrm flipH="1">
              <a:off x="5463893" y="3001494"/>
              <a:ext cx="277797" cy="136947"/>
              <a:chOff x="6398068" y="419971"/>
              <a:chExt cx="627651" cy="309358"/>
            </a:xfrm>
          </p:grpSpPr>
          <p:sp>
            <p:nvSpPr>
              <p:cNvPr id="381" name="Google Shape;381;p70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70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70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70"/>
            <p:cNvGrpSpPr/>
            <p:nvPr/>
          </p:nvGrpSpPr>
          <p:grpSpPr>
            <a:xfrm>
              <a:off x="4760158" y="3246315"/>
              <a:ext cx="1386605" cy="410834"/>
              <a:chOff x="6025112" y="4036950"/>
              <a:chExt cx="2573030" cy="762214"/>
            </a:xfrm>
          </p:grpSpPr>
          <p:grpSp>
            <p:nvGrpSpPr>
              <p:cNvPr id="385" name="Google Shape;385;p70"/>
              <p:cNvGrpSpPr/>
              <p:nvPr/>
            </p:nvGrpSpPr>
            <p:grpSpPr>
              <a:xfrm flipH="1">
                <a:off x="6025112" y="4545088"/>
                <a:ext cx="515489" cy="254076"/>
                <a:chOff x="5770418" y="419971"/>
                <a:chExt cx="627651" cy="309358"/>
              </a:xfrm>
            </p:grpSpPr>
            <p:sp>
              <p:nvSpPr>
                <p:cNvPr id="386" name="Google Shape;386;p7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7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7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9" name="Google Shape;389;p70"/>
              <p:cNvGrpSpPr/>
              <p:nvPr/>
            </p:nvGrpSpPr>
            <p:grpSpPr>
              <a:xfrm flipH="1">
                <a:off x="6539020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390" name="Google Shape;390;p7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7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7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" name="Google Shape;393;p70"/>
              <p:cNvGrpSpPr/>
              <p:nvPr/>
            </p:nvGrpSpPr>
            <p:grpSpPr>
              <a:xfrm flipH="1">
                <a:off x="7053256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394" name="Google Shape;394;p7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7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7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7" name="Google Shape;397;p70"/>
              <p:cNvGrpSpPr/>
              <p:nvPr/>
            </p:nvGrpSpPr>
            <p:grpSpPr>
              <a:xfrm flipH="1">
                <a:off x="7568745" y="4545088"/>
                <a:ext cx="515489" cy="254076"/>
                <a:chOff x="5770418" y="419971"/>
                <a:chExt cx="627651" cy="309358"/>
              </a:xfrm>
            </p:grpSpPr>
            <p:sp>
              <p:nvSpPr>
                <p:cNvPr id="398" name="Google Shape;398;p7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7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7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" name="Google Shape;401;p70"/>
              <p:cNvGrpSpPr/>
              <p:nvPr/>
            </p:nvGrpSpPr>
            <p:grpSpPr>
              <a:xfrm flipH="1">
                <a:off x="8082653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402" name="Google Shape;402;p7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7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7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5" name="Google Shape;405;p70"/>
              <p:cNvGrpSpPr/>
              <p:nvPr/>
            </p:nvGrpSpPr>
            <p:grpSpPr>
              <a:xfrm flipH="1">
                <a:off x="6537767" y="4291019"/>
                <a:ext cx="515489" cy="254076"/>
                <a:chOff x="6398068" y="419971"/>
                <a:chExt cx="627651" cy="309358"/>
              </a:xfrm>
            </p:grpSpPr>
            <p:sp>
              <p:nvSpPr>
                <p:cNvPr id="406" name="Google Shape;406;p7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7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7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" name="Google Shape;409;p70"/>
              <p:cNvGrpSpPr/>
              <p:nvPr/>
            </p:nvGrpSpPr>
            <p:grpSpPr>
              <a:xfrm flipH="1">
                <a:off x="7053256" y="4291019"/>
                <a:ext cx="515489" cy="254076"/>
                <a:chOff x="5770418" y="419971"/>
                <a:chExt cx="627651" cy="309358"/>
              </a:xfrm>
            </p:grpSpPr>
            <p:sp>
              <p:nvSpPr>
                <p:cNvPr id="410" name="Google Shape;410;p7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7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7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3" name="Google Shape;413;p70"/>
              <p:cNvGrpSpPr/>
              <p:nvPr/>
            </p:nvGrpSpPr>
            <p:grpSpPr>
              <a:xfrm flipH="1">
                <a:off x="7053256" y="4036950"/>
                <a:ext cx="515489" cy="254076"/>
                <a:chOff x="6398068" y="419971"/>
                <a:chExt cx="627651" cy="309358"/>
              </a:xfrm>
            </p:grpSpPr>
            <p:sp>
              <p:nvSpPr>
                <p:cNvPr id="414" name="Google Shape;414;p7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7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7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7" name="Google Shape;417;p70"/>
              <p:cNvGrpSpPr/>
              <p:nvPr/>
            </p:nvGrpSpPr>
            <p:grpSpPr>
              <a:xfrm flipH="1">
                <a:off x="7568745" y="4291019"/>
                <a:ext cx="515489" cy="254076"/>
                <a:chOff x="5770418" y="419971"/>
                <a:chExt cx="627651" cy="309358"/>
              </a:xfrm>
            </p:grpSpPr>
            <p:sp>
              <p:nvSpPr>
                <p:cNvPr id="418" name="Google Shape;418;p7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" name="Google Shape;419;p7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7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1" name="Google Shape;421;p70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d9969011a9_1_588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2d9969011a9_1_588"/>
          <p:cNvSpPr txBox="1"/>
          <p:nvPr>
            <p:ph type="ctrTitle"/>
          </p:nvPr>
        </p:nvSpPr>
        <p:spPr>
          <a:xfrm>
            <a:off x="713150" y="534125"/>
            <a:ext cx="7020000" cy="16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428" name="Google Shape;428;g2d9969011a9_1_588"/>
          <p:cNvSpPr txBox="1"/>
          <p:nvPr>
            <p:ph idx="1" type="subTitle"/>
          </p:nvPr>
        </p:nvSpPr>
        <p:spPr>
          <a:xfrm>
            <a:off x="713200" y="2195225"/>
            <a:ext cx="70200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d9969011a9_1_5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g2d9969011a9_1_592"/>
          <p:cNvSpPr txBox="1"/>
          <p:nvPr>
            <p:ph idx="2" type="title"/>
          </p:nvPr>
        </p:nvSpPr>
        <p:spPr>
          <a:xfrm>
            <a:off x="1648288" y="14281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2" name="Google Shape;432;g2d9969011a9_1_592"/>
          <p:cNvSpPr txBox="1"/>
          <p:nvPr>
            <p:ph idx="3" type="title"/>
          </p:nvPr>
        </p:nvSpPr>
        <p:spPr>
          <a:xfrm>
            <a:off x="4904213" y="14281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g2d9969011a9_1_592"/>
          <p:cNvSpPr txBox="1"/>
          <p:nvPr>
            <p:ph idx="1" type="subTitle"/>
          </p:nvPr>
        </p:nvSpPr>
        <p:spPr>
          <a:xfrm>
            <a:off x="1648289" y="21133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g2d9969011a9_1_592"/>
          <p:cNvSpPr txBox="1"/>
          <p:nvPr>
            <p:ph idx="4" type="subTitle"/>
          </p:nvPr>
        </p:nvSpPr>
        <p:spPr>
          <a:xfrm>
            <a:off x="4904214" y="21133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g2d9969011a9_1_592"/>
          <p:cNvSpPr txBox="1"/>
          <p:nvPr>
            <p:ph idx="5" type="title"/>
          </p:nvPr>
        </p:nvSpPr>
        <p:spPr>
          <a:xfrm>
            <a:off x="1648288" y="29526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g2d9969011a9_1_592"/>
          <p:cNvSpPr txBox="1"/>
          <p:nvPr>
            <p:ph idx="6" type="title"/>
          </p:nvPr>
        </p:nvSpPr>
        <p:spPr>
          <a:xfrm>
            <a:off x="4904213" y="29526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g2d9969011a9_1_592"/>
          <p:cNvSpPr txBox="1"/>
          <p:nvPr>
            <p:ph idx="7" type="subTitle"/>
          </p:nvPr>
        </p:nvSpPr>
        <p:spPr>
          <a:xfrm>
            <a:off x="1648312" y="36378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8" name="Google Shape;438;g2d9969011a9_1_592"/>
          <p:cNvSpPr txBox="1"/>
          <p:nvPr>
            <p:ph idx="8" type="subTitle"/>
          </p:nvPr>
        </p:nvSpPr>
        <p:spPr>
          <a:xfrm>
            <a:off x="4904218" y="3637878"/>
            <a:ext cx="205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g2d9969011a9_1_592"/>
          <p:cNvSpPr txBox="1"/>
          <p:nvPr>
            <p:ph idx="9" type="title"/>
          </p:nvPr>
        </p:nvSpPr>
        <p:spPr>
          <a:xfrm>
            <a:off x="719988" y="15203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0" name="Google Shape;440;g2d9969011a9_1_592"/>
          <p:cNvSpPr txBox="1"/>
          <p:nvPr>
            <p:ph idx="13" type="title"/>
          </p:nvPr>
        </p:nvSpPr>
        <p:spPr>
          <a:xfrm>
            <a:off x="719988" y="3044876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1" name="Google Shape;441;g2d9969011a9_1_592"/>
          <p:cNvSpPr txBox="1"/>
          <p:nvPr>
            <p:ph idx="14" type="title"/>
          </p:nvPr>
        </p:nvSpPr>
        <p:spPr>
          <a:xfrm>
            <a:off x="3976038" y="15203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2" name="Google Shape;442;g2d9969011a9_1_592"/>
          <p:cNvSpPr txBox="1"/>
          <p:nvPr>
            <p:ph idx="15" type="title"/>
          </p:nvPr>
        </p:nvSpPr>
        <p:spPr>
          <a:xfrm>
            <a:off x="3976038" y="3044876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3" name="Google Shape;443;g2d9969011a9_1_592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9969011a9_1_607"/>
          <p:cNvSpPr txBox="1"/>
          <p:nvPr>
            <p:ph type="title"/>
          </p:nvPr>
        </p:nvSpPr>
        <p:spPr>
          <a:xfrm>
            <a:off x="713150" y="2106525"/>
            <a:ext cx="41649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6" name="Google Shape;446;g2d9969011a9_1_607"/>
          <p:cNvSpPr txBox="1"/>
          <p:nvPr>
            <p:ph idx="2" type="title"/>
          </p:nvPr>
        </p:nvSpPr>
        <p:spPr>
          <a:xfrm>
            <a:off x="713150" y="1154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447" name="Google Shape;447;g2d9969011a9_1_607"/>
          <p:cNvSpPr txBox="1"/>
          <p:nvPr>
            <p:ph idx="1" type="subTitle"/>
          </p:nvPr>
        </p:nvSpPr>
        <p:spPr>
          <a:xfrm>
            <a:off x="713150" y="3678300"/>
            <a:ext cx="4164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8" name="Google Shape;448;g2d9969011a9_1_607"/>
          <p:cNvSpPr/>
          <p:nvPr>
            <p:ph idx="3" type="pic"/>
          </p:nvPr>
        </p:nvSpPr>
        <p:spPr>
          <a:xfrm>
            <a:off x="5491950" y="534125"/>
            <a:ext cx="2830200" cy="406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9" name="Google Shape;449;g2d9969011a9_1_60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g2d9969011a9_1_607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451" name="Google Shape;451;g2d9969011a9_1_607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2d9969011a9_1_607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d9969011a9_1_616"/>
          <p:cNvSpPr txBox="1"/>
          <p:nvPr>
            <p:ph type="title"/>
          </p:nvPr>
        </p:nvSpPr>
        <p:spPr>
          <a:xfrm>
            <a:off x="713150" y="691950"/>
            <a:ext cx="54417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5" name="Google Shape;455;g2d9969011a9_1_616"/>
          <p:cNvSpPr txBox="1"/>
          <p:nvPr>
            <p:ph idx="1" type="subTitle"/>
          </p:nvPr>
        </p:nvSpPr>
        <p:spPr>
          <a:xfrm>
            <a:off x="713150" y="1914154"/>
            <a:ext cx="54417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6" name="Google Shape;456;g2d9969011a9_1_616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g2d9969011a9_1_616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458" name="Google Shape;458;g2d9969011a9_1_616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2d9969011a9_1_616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d9969011a9_1_623"/>
          <p:cNvSpPr txBox="1"/>
          <p:nvPr>
            <p:ph type="title"/>
          </p:nvPr>
        </p:nvSpPr>
        <p:spPr>
          <a:xfrm>
            <a:off x="1239925" y="1679300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g2d9969011a9_1_623"/>
          <p:cNvSpPr txBox="1"/>
          <p:nvPr>
            <p:ph idx="2" type="title"/>
          </p:nvPr>
        </p:nvSpPr>
        <p:spPr>
          <a:xfrm>
            <a:off x="4458149" y="1679300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g2d9969011a9_1_623"/>
          <p:cNvSpPr txBox="1"/>
          <p:nvPr>
            <p:ph idx="1" type="subTitle"/>
          </p:nvPr>
        </p:nvSpPr>
        <p:spPr>
          <a:xfrm>
            <a:off x="1239925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4" name="Google Shape;464;g2d9969011a9_1_623"/>
          <p:cNvSpPr txBox="1"/>
          <p:nvPr>
            <p:ph idx="3" type="subTitle"/>
          </p:nvPr>
        </p:nvSpPr>
        <p:spPr>
          <a:xfrm>
            <a:off x="4458136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5" name="Google Shape;465;g2d9969011a9_1_623"/>
          <p:cNvSpPr txBox="1"/>
          <p:nvPr>
            <p:ph idx="4" type="title"/>
          </p:nvPr>
        </p:nvSpPr>
        <p:spPr>
          <a:xfrm>
            <a:off x="1239925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g2d9969011a9_1_623"/>
          <p:cNvSpPr txBox="1"/>
          <p:nvPr>
            <p:ph idx="5" type="title"/>
          </p:nvPr>
        </p:nvSpPr>
        <p:spPr>
          <a:xfrm>
            <a:off x="4458149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g2d9969011a9_1_623"/>
          <p:cNvSpPr txBox="1"/>
          <p:nvPr>
            <p:ph idx="6" type="subTitle"/>
          </p:nvPr>
        </p:nvSpPr>
        <p:spPr>
          <a:xfrm>
            <a:off x="1239925" y="3258453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g2d9969011a9_1_623"/>
          <p:cNvSpPr txBox="1"/>
          <p:nvPr>
            <p:ph idx="7" type="subTitle"/>
          </p:nvPr>
        </p:nvSpPr>
        <p:spPr>
          <a:xfrm>
            <a:off x="4458137" y="3258453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g2d9969011a9_1_62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g2d9969011a9_1_62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d9969011a9_1_6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g2d9969011a9_1_634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474" name="Google Shape;474;g2d9969011a9_1_634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g2d9969011a9_1_63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476" name="Google Shape;476;g2d9969011a9_1_63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2d9969011a9_1_63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3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d9969011a9_1_6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0" name="Google Shape;480;g2d9969011a9_1_641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481;g2d9969011a9_1_641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482" name="Google Shape;482;g2d9969011a9_1_641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2d9969011a9_1_641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g2d9969011a9_1_641"/>
          <p:cNvGrpSpPr/>
          <p:nvPr/>
        </p:nvGrpSpPr>
        <p:grpSpPr>
          <a:xfrm>
            <a:off x="8225650" y="2347524"/>
            <a:ext cx="774998" cy="616553"/>
            <a:chOff x="6820850" y="3048799"/>
            <a:chExt cx="774998" cy="616553"/>
          </a:xfrm>
        </p:grpSpPr>
        <p:sp>
          <p:nvSpPr>
            <p:cNvPr id="485" name="Google Shape;485;g2d9969011a9_1_641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2d9969011a9_1_641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2d9969011a9_1_641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g2d9969011a9_1_641"/>
          <p:cNvGrpSpPr/>
          <p:nvPr/>
        </p:nvGrpSpPr>
        <p:grpSpPr>
          <a:xfrm>
            <a:off x="165575" y="1337074"/>
            <a:ext cx="774998" cy="616553"/>
            <a:chOff x="6820850" y="3048799"/>
            <a:chExt cx="774998" cy="616553"/>
          </a:xfrm>
        </p:grpSpPr>
        <p:sp>
          <p:nvSpPr>
            <p:cNvPr id="489" name="Google Shape;489;g2d9969011a9_1_641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2d9969011a9_1_641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2d9969011a9_1_641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9969011a9_1_655"/>
          <p:cNvSpPr txBox="1"/>
          <p:nvPr>
            <p:ph type="title"/>
          </p:nvPr>
        </p:nvSpPr>
        <p:spPr>
          <a:xfrm>
            <a:off x="1210200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g2d9969011a9_1_655"/>
          <p:cNvSpPr txBox="1"/>
          <p:nvPr>
            <p:ph idx="2" type="title"/>
          </p:nvPr>
        </p:nvSpPr>
        <p:spPr>
          <a:xfrm>
            <a:off x="3584479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5" name="Google Shape;495;g2d9969011a9_1_655"/>
          <p:cNvSpPr txBox="1"/>
          <p:nvPr>
            <p:ph idx="1" type="subTitle"/>
          </p:nvPr>
        </p:nvSpPr>
        <p:spPr>
          <a:xfrm>
            <a:off x="1210200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6" name="Google Shape;496;g2d9969011a9_1_655"/>
          <p:cNvSpPr txBox="1"/>
          <p:nvPr>
            <p:ph idx="3" type="subTitle"/>
          </p:nvPr>
        </p:nvSpPr>
        <p:spPr>
          <a:xfrm>
            <a:off x="3584469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7" name="Google Shape;497;g2d9969011a9_1_655"/>
          <p:cNvSpPr txBox="1"/>
          <p:nvPr>
            <p:ph idx="4" type="title"/>
          </p:nvPr>
        </p:nvSpPr>
        <p:spPr>
          <a:xfrm>
            <a:off x="1210200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8" name="Google Shape;498;g2d9969011a9_1_655"/>
          <p:cNvSpPr txBox="1"/>
          <p:nvPr>
            <p:ph idx="5" type="title"/>
          </p:nvPr>
        </p:nvSpPr>
        <p:spPr>
          <a:xfrm>
            <a:off x="3584479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9" name="Google Shape;499;g2d9969011a9_1_655"/>
          <p:cNvSpPr txBox="1"/>
          <p:nvPr>
            <p:ph idx="6" type="subTitle"/>
          </p:nvPr>
        </p:nvSpPr>
        <p:spPr>
          <a:xfrm>
            <a:off x="1210200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0" name="Google Shape;500;g2d9969011a9_1_655"/>
          <p:cNvSpPr txBox="1"/>
          <p:nvPr>
            <p:ph idx="7" type="subTitle"/>
          </p:nvPr>
        </p:nvSpPr>
        <p:spPr>
          <a:xfrm>
            <a:off x="3584469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1" name="Google Shape;501;g2d9969011a9_1_65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2" name="Google Shape;502;g2d9969011a9_1_655"/>
          <p:cNvSpPr txBox="1"/>
          <p:nvPr>
            <p:ph idx="9" type="title"/>
          </p:nvPr>
        </p:nvSpPr>
        <p:spPr>
          <a:xfrm>
            <a:off x="5958763" y="187232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3" name="Google Shape;503;g2d9969011a9_1_655"/>
          <p:cNvSpPr txBox="1"/>
          <p:nvPr>
            <p:ph idx="13" type="subTitle"/>
          </p:nvPr>
        </p:nvSpPr>
        <p:spPr>
          <a:xfrm>
            <a:off x="5958743" y="221152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g2d9969011a9_1_655"/>
          <p:cNvSpPr txBox="1"/>
          <p:nvPr>
            <p:ph idx="14" type="title"/>
          </p:nvPr>
        </p:nvSpPr>
        <p:spPr>
          <a:xfrm>
            <a:off x="5958763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g2d9969011a9_1_655"/>
          <p:cNvSpPr txBox="1"/>
          <p:nvPr>
            <p:ph idx="15" type="subTitle"/>
          </p:nvPr>
        </p:nvSpPr>
        <p:spPr>
          <a:xfrm>
            <a:off x="5958743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6" name="Google Shape;506;g2d9969011a9_1_655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g2d9969011a9_1_655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08" name="Google Shape;508;g2d9969011a9_1_655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2d9969011a9_1_655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d9969011a9_1_6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2" name="Google Shape;512;g2d9969011a9_1_67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3" name="Google Shape;513;g2d9969011a9_1_673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14" name="Google Shape;514;g2d9969011a9_1_673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2d9969011a9_1_673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516;g2d9969011a9_1_673"/>
          <p:cNvGrpSpPr/>
          <p:nvPr/>
        </p:nvGrpSpPr>
        <p:grpSpPr>
          <a:xfrm>
            <a:off x="8215950" y="156774"/>
            <a:ext cx="774998" cy="616553"/>
            <a:chOff x="6820850" y="3048799"/>
            <a:chExt cx="774998" cy="616553"/>
          </a:xfrm>
        </p:grpSpPr>
        <p:sp>
          <p:nvSpPr>
            <p:cNvPr id="517" name="Google Shape;517;g2d9969011a9_1_673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2d9969011a9_1_673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2d9969011a9_1_673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g2d9969011a9_1_673"/>
          <p:cNvGrpSpPr/>
          <p:nvPr/>
        </p:nvGrpSpPr>
        <p:grpSpPr>
          <a:xfrm>
            <a:off x="153600" y="3808299"/>
            <a:ext cx="774998" cy="616553"/>
            <a:chOff x="6820850" y="3048799"/>
            <a:chExt cx="774998" cy="616553"/>
          </a:xfrm>
        </p:grpSpPr>
        <p:sp>
          <p:nvSpPr>
            <p:cNvPr id="521" name="Google Shape;521;g2d9969011a9_1_673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2d9969011a9_1_673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2d9969011a9_1_673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d9969011a9_1_6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g2d9969011a9_1_68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g2d9969011a9_1_687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28" name="Google Shape;528;g2d9969011a9_1_687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2d9969011a9_1_687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g2d9969011a9_1_693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32" name="Google Shape;532;g2d9969011a9_1_693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2d9969011a9_1_693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g2d9969011a9_1_693"/>
          <p:cNvSpPr txBox="1"/>
          <p:nvPr>
            <p:ph type="title"/>
          </p:nvPr>
        </p:nvSpPr>
        <p:spPr>
          <a:xfrm>
            <a:off x="1695150" y="1076925"/>
            <a:ext cx="5753700" cy="19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5" name="Google Shape;535;g2d9969011a9_1_69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d9969011a9_1_6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8" name="Google Shape;538;g2d9969011a9_1_699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9" name="Google Shape;539;g2d9969011a9_1_699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40" name="Google Shape;540;g2d9969011a9_1_699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2d9969011a9_1_699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g2d9969011a9_1_699"/>
          <p:cNvGrpSpPr/>
          <p:nvPr/>
        </p:nvGrpSpPr>
        <p:grpSpPr>
          <a:xfrm>
            <a:off x="8181800" y="1171299"/>
            <a:ext cx="774998" cy="616553"/>
            <a:chOff x="6820850" y="3048799"/>
            <a:chExt cx="774998" cy="616553"/>
          </a:xfrm>
        </p:grpSpPr>
        <p:sp>
          <p:nvSpPr>
            <p:cNvPr id="543" name="Google Shape;543;g2d9969011a9_1_69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2d9969011a9_1_699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2d9969011a9_1_69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g2d9969011a9_1_699"/>
          <p:cNvGrpSpPr/>
          <p:nvPr/>
        </p:nvGrpSpPr>
        <p:grpSpPr>
          <a:xfrm>
            <a:off x="211875" y="3845399"/>
            <a:ext cx="774998" cy="616553"/>
            <a:chOff x="6820850" y="3048799"/>
            <a:chExt cx="774998" cy="616553"/>
          </a:xfrm>
        </p:grpSpPr>
        <p:sp>
          <p:nvSpPr>
            <p:cNvPr id="547" name="Google Shape;547;g2d9969011a9_1_69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2d9969011a9_1_699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2d9969011a9_1_69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d9969011a9_1_713"/>
          <p:cNvSpPr txBox="1"/>
          <p:nvPr>
            <p:ph hasCustomPrompt="1" type="title"/>
          </p:nvPr>
        </p:nvSpPr>
        <p:spPr>
          <a:xfrm>
            <a:off x="4311350" y="1649925"/>
            <a:ext cx="41127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52" name="Google Shape;552;g2d9969011a9_1_713"/>
          <p:cNvSpPr txBox="1"/>
          <p:nvPr>
            <p:ph idx="1" type="subTitle"/>
          </p:nvPr>
        </p:nvSpPr>
        <p:spPr>
          <a:xfrm>
            <a:off x="4311350" y="2657772"/>
            <a:ext cx="4112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3" name="Google Shape;553;g2d9969011a9_1_71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d9969011a9_1_717"/>
          <p:cNvSpPr txBox="1"/>
          <p:nvPr>
            <p:ph type="title"/>
          </p:nvPr>
        </p:nvSpPr>
        <p:spPr>
          <a:xfrm>
            <a:off x="1139613" y="534125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56" name="Google Shape;556;g2d9969011a9_1_717"/>
          <p:cNvSpPr txBox="1"/>
          <p:nvPr>
            <p:ph idx="1" type="subTitle"/>
          </p:nvPr>
        </p:nvSpPr>
        <p:spPr>
          <a:xfrm>
            <a:off x="1139613" y="1247835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7" name="Google Shape;557;g2d9969011a9_1_717"/>
          <p:cNvSpPr txBox="1"/>
          <p:nvPr>
            <p:ph idx="2" type="title"/>
          </p:nvPr>
        </p:nvSpPr>
        <p:spPr>
          <a:xfrm>
            <a:off x="4775182" y="534125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58" name="Google Shape;558;g2d9969011a9_1_717"/>
          <p:cNvSpPr txBox="1"/>
          <p:nvPr>
            <p:ph idx="3" type="subTitle"/>
          </p:nvPr>
        </p:nvSpPr>
        <p:spPr>
          <a:xfrm>
            <a:off x="4775182" y="1247835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9" name="Google Shape;559;g2d9969011a9_1_717"/>
          <p:cNvSpPr txBox="1"/>
          <p:nvPr>
            <p:ph idx="4" type="title"/>
          </p:nvPr>
        </p:nvSpPr>
        <p:spPr>
          <a:xfrm>
            <a:off x="4775182" y="1952048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60" name="Google Shape;560;g2d9969011a9_1_717"/>
          <p:cNvSpPr txBox="1"/>
          <p:nvPr>
            <p:ph idx="5" type="subTitle"/>
          </p:nvPr>
        </p:nvSpPr>
        <p:spPr>
          <a:xfrm>
            <a:off x="4775182" y="2665757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1" name="Google Shape;561;g2d9969011a9_1_717"/>
          <p:cNvSpPr txBox="1"/>
          <p:nvPr>
            <p:ph idx="6" type="title"/>
          </p:nvPr>
        </p:nvSpPr>
        <p:spPr>
          <a:xfrm>
            <a:off x="1139613" y="1952048"/>
            <a:ext cx="32292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62" name="Google Shape;562;g2d9969011a9_1_717"/>
          <p:cNvSpPr txBox="1"/>
          <p:nvPr>
            <p:ph idx="7" type="subTitle"/>
          </p:nvPr>
        </p:nvSpPr>
        <p:spPr>
          <a:xfrm>
            <a:off x="1139613" y="2665757"/>
            <a:ext cx="3229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3" name="Google Shape;563;g2d9969011a9_1_71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d9969011a9_1_727"/>
          <p:cNvSpPr txBox="1"/>
          <p:nvPr>
            <p:ph idx="1" type="subTitle"/>
          </p:nvPr>
        </p:nvSpPr>
        <p:spPr>
          <a:xfrm>
            <a:off x="1987505" y="19746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6" name="Google Shape;566;g2d9969011a9_1_727"/>
          <p:cNvSpPr txBox="1"/>
          <p:nvPr>
            <p:ph idx="2" type="subTitle"/>
          </p:nvPr>
        </p:nvSpPr>
        <p:spPr>
          <a:xfrm>
            <a:off x="1987485" y="26475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7" name="Google Shape;567;g2d9969011a9_1_727"/>
          <p:cNvSpPr txBox="1"/>
          <p:nvPr>
            <p:ph idx="3" type="subTitle"/>
          </p:nvPr>
        </p:nvSpPr>
        <p:spPr>
          <a:xfrm>
            <a:off x="1987505" y="33203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8" name="Google Shape;568;g2d9969011a9_1_727"/>
          <p:cNvSpPr txBox="1"/>
          <p:nvPr>
            <p:ph idx="4" type="subTitle"/>
          </p:nvPr>
        </p:nvSpPr>
        <p:spPr>
          <a:xfrm>
            <a:off x="1987485" y="39932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9" name="Google Shape;569;g2d9969011a9_1_727"/>
          <p:cNvSpPr txBox="1"/>
          <p:nvPr>
            <p:ph type="title"/>
          </p:nvPr>
        </p:nvSpPr>
        <p:spPr>
          <a:xfrm>
            <a:off x="720000" y="44333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g2d9969011a9_1_727"/>
          <p:cNvSpPr txBox="1"/>
          <p:nvPr>
            <p:ph idx="5" type="subTitle"/>
          </p:nvPr>
        </p:nvSpPr>
        <p:spPr>
          <a:xfrm>
            <a:off x="1987505" y="13018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1" name="Google Shape;571;g2d9969011a9_1_727"/>
          <p:cNvSpPr txBox="1"/>
          <p:nvPr>
            <p:ph idx="6" type="subTitle"/>
          </p:nvPr>
        </p:nvSpPr>
        <p:spPr>
          <a:xfrm>
            <a:off x="5145610" y="19746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2" name="Google Shape;572;g2d9969011a9_1_727"/>
          <p:cNvSpPr txBox="1"/>
          <p:nvPr>
            <p:ph idx="7" type="subTitle"/>
          </p:nvPr>
        </p:nvSpPr>
        <p:spPr>
          <a:xfrm>
            <a:off x="5145590" y="26475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3" name="Google Shape;573;g2d9969011a9_1_727"/>
          <p:cNvSpPr txBox="1"/>
          <p:nvPr>
            <p:ph idx="8" type="subTitle"/>
          </p:nvPr>
        </p:nvSpPr>
        <p:spPr>
          <a:xfrm>
            <a:off x="5145610" y="332035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4" name="Google Shape;574;g2d9969011a9_1_727"/>
          <p:cNvSpPr txBox="1"/>
          <p:nvPr>
            <p:ph idx="9" type="subTitle"/>
          </p:nvPr>
        </p:nvSpPr>
        <p:spPr>
          <a:xfrm>
            <a:off x="5145590" y="39932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5" name="Google Shape;575;g2d9969011a9_1_727"/>
          <p:cNvSpPr txBox="1"/>
          <p:nvPr>
            <p:ph idx="13" type="subTitle"/>
          </p:nvPr>
        </p:nvSpPr>
        <p:spPr>
          <a:xfrm>
            <a:off x="5145610" y="1301800"/>
            <a:ext cx="2484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6" name="Google Shape;576;g2d9969011a9_1_72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7" name="Google Shape;577;g2d9969011a9_1_727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78" name="Google Shape;578;g2d9969011a9_1_727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2d9969011a9_1_727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d9969011a9_1_7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2" name="Google Shape;582;g2d9969011a9_1_743"/>
          <p:cNvSpPr txBox="1"/>
          <p:nvPr>
            <p:ph idx="1" type="body"/>
          </p:nvPr>
        </p:nvSpPr>
        <p:spPr>
          <a:xfrm>
            <a:off x="720000" y="1203200"/>
            <a:ext cx="77040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583" name="Google Shape;583;g2d9969011a9_1_743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4" name="Google Shape;584;g2d9969011a9_1_743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85" name="Google Shape;585;g2d9969011a9_1_743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2d9969011a9_1_743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d9969011a9_1_7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g2d9969011a9_1_750"/>
          <p:cNvSpPr txBox="1"/>
          <p:nvPr>
            <p:ph idx="2" type="title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g2d9969011a9_1_750"/>
          <p:cNvSpPr txBox="1"/>
          <p:nvPr>
            <p:ph idx="3" type="title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1" name="Google Shape;591;g2d9969011a9_1_750"/>
          <p:cNvSpPr txBox="1"/>
          <p:nvPr>
            <p:ph idx="1" type="subTitle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592" name="Google Shape;592;g2d9969011a9_1_750"/>
          <p:cNvSpPr txBox="1"/>
          <p:nvPr>
            <p:ph idx="4" type="subTitle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593" name="Google Shape;593;g2d9969011a9_1_750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g2d9969011a9_1_750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595" name="Google Shape;595;g2d9969011a9_1_750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2d9969011a9_1_750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d9969011a9_1_760"/>
          <p:cNvSpPr txBox="1"/>
          <p:nvPr>
            <p:ph idx="1" type="body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99" name="Google Shape;599;g2d9969011a9_1_7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0" name="Google Shape;600;g2d9969011a9_1_760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g2d9969011a9_1_760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602" name="Google Shape;602;g2d9969011a9_1_760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2d9969011a9_1_760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d9969011a9_1_767"/>
          <p:cNvSpPr txBox="1"/>
          <p:nvPr>
            <p:ph idx="1" type="body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"/>
              <a:buNone/>
              <a:defRPr b="1" sz="4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</a:lstStyle>
          <a:p/>
        </p:txBody>
      </p:sp>
      <p:grpSp>
        <p:nvGrpSpPr>
          <p:cNvPr id="606" name="Google Shape;606;g2d9969011a9_1_767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607" name="Google Shape;607;g2d9969011a9_1_767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2d9969011a9_1_767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g2d9969011a9_1_767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g2d9969011a9_1_77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613" name="Google Shape;613;g2d9969011a9_1_77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2d9969011a9_1_77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g2d9969011a9_1_774"/>
          <p:cNvSpPr txBox="1"/>
          <p:nvPr>
            <p:ph type="ctrTitle"/>
          </p:nvPr>
        </p:nvSpPr>
        <p:spPr>
          <a:xfrm>
            <a:off x="713150" y="833110"/>
            <a:ext cx="38637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616" name="Google Shape;616;g2d9969011a9_1_774"/>
          <p:cNvSpPr txBox="1"/>
          <p:nvPr>
            <p:ph idx="1" type="subTitle"/>
          </p:nvPr>
        </p:nvSpPr>
        <p:spPr>
          <a:xfrm>
            <a:off x="713150" y="1732504"/>
            <a:ext cx="3863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7" name="Google Shape;617;g2d9969011a9_1_774"/>
          <p:cNvSpPr txBox="1"/>
          <p:nvPr>
            <p:ph idx="2" type="subTitle"/>
          </p:nvPr>
        </p:nvSpPr>
        <p:spPr>
          <a:xfrm>
            <a:off x="713150" y="2086826"/>
            <a:ext cx="3863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8" name="Google Shape;618;g2d9969011a9_1_774"/>
          <p:cNvSpPr txBox="1"/>
          <p:nvPr>
            <p:ph idx="3" type="subTitle"/>
          </p:nvPr>
        </p:nvSpPr>
        <p:spPr>
          <a:xfrm>
            <a:off x="713150" y="3837175"/>
            <a:ext cx="3863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9" name="Google Shape;619;g2d9969011a9_1_774"/>
          <p:cNvSpPr txBox="1"/>
          <p:nvPr/>
        </p:nvSpPr>
        <p:spPr>
          <a:xfrm>
            <a:off x="713150" y="3307925"/>
            <a:ext cx="386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sng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20" name="Google Shape;620;g2d9969011a9_1_774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d9969011a9_1_784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g2d9969011a9_1_78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624" name="Google Shape;624;g2d9969011a9_1_78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2d9969011a9_1_78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6" name="Google Shape;626;g2d9969011a9_1_784"/>
          <p:cNvGrpSpPr/>
          <p:nvPr/>
        </p:nvGrpSpPr>
        <p:grpSpPr>
          <a:xfrm>
            <a:off x="62501" y="534120"/>
            <a:ext cx="1494596" cy="1525401"/>
            <a:chOff x="462126" y="401726"/>
            <a:chExt cx="3091203" cy="3154261"/>
          </a:xfrm>
        </p:grpSpPr>
        <p:sp>
          <p:nvSpPr>
            <p:cNvPr id="627" name="Google Shape;627;g2d9969011a9_1_784"/>
            <p:cNvSpPr/>
            <p:nvPr/>
          </p:nvSpPr>
          <p:spPr>
            <a:xfrm>
              <a:off x="2036378" y="1215416"/>
              <a:ext cx="219323" cy="449897"/>
            </a:xfrm>
            <a:custGeom>
              <a:rect b="b" l="l" r="r" t="t"/>
              <a:pathLst>
                <a:path extrusionOk="0" h="1719" w="838">
                  <a:moveTo>
                    <a:pt x="387" y="0"/>
                  </a:moveTo>
                  <a:cubicBezTo>
                    <a:pt x="339" y="0"/>
                    <a:pt x="294" y="45"/>
                    <a:pt x="294" y="93"/>
                  </a:cubicBezTo>
                  <a:lnTo>
                    <a:pt x="309" y="960"/>
                  </a:lnTo>
                  <a:cubicBezTo>
                    <a:pt x="309" y="1008"/>
                    <a:pt x="339" y="1053"/>
                    <a:pt x="387" y="1053"/>
                  </a:cubicBezTo>
                  <a:cubicBezTo>
                    <a:pt x="466" y="1068"/>
                    <a:pt x="525" y="1101"/>
                    <a:pt x="573" y="1146"/>
                  </a:cubicBezTo>
                  <a:cubicBezTo>
                    <a:pt x="618" y="1194"/>
                    <a:pt x="637" y="1254"/>
                    <a:pt x="637" y="1317"/>
                  </a:cubicBezTo>
                  <a:cubicBezTo>
                    <a:pt x="637" y="1380"/>
                    <a:pt x="618" y="1440"/>
                    <a:pt x="559" y="1488"/>
                  </a:cubicBezTo>
                  <a:cubicBezTo>
                    <a:pt x="510" y="1518"/>
                    <a:pt x="451" y="1533"/>
                    <a:pt x="402" y="1533"/>
                  </a:cubicBezTo>
                  <a:cubicBezTo>
                    <a:pt x="358" y="1533"/>
                    <a:pt x="309" y="1518"/>
                    <a:pt x="280" y="1503"/>
                  </a:cubicBezTo>
                  <a:cubicBezTo>
                    <a:pt x="246" y="1488"/>
                    <a:pt x="231" y="1455"/>
                    <a:pt x="216" y="1425"/>
                  </a:cubicBezTo>
                  <a:cubicBezTo>
                    <a:pt x="202" y="1395"/>
                    <a:pt x="187" y="1362"/>
                    <a:pt x="187" y="1332"/>
                  </a:cubicBezTo>
                  <a:cubicBezTo>
                    <a:pt x="187" y="1317"/>
                    <a:pt x="202" y="1302"/>
                    <a:pt x="202" y="1287"/>
                  </a:cubicBezTo>
                  <a:cubicBezTo>
                    <a:pt x="216" y="1224"/>
                    <a:pt x="187" y="1176"/>
                    <a:pt x="138" y="1161"/>
                  </a:cubicBezTo>
                  <a:cubicBezTo>
                    <a:pt x="130" y="1158"/>
                    <a:pt x="122" y="1157"/>
                    <a:pt x="113" y="1157"/>
                  </a:cubicBezTo>
                  <a:cubicBezTo>
                    <a:pt x="73" y="1157"/>
                    <a:pt x="28" y="1184"/>
                    <a:pt x="16" y="1224"/>
                  </a:cubicBezTo>
                  <a:cubicBezTo>
                    <a:pt x="16" y="1269"/>
                    <a:pt x="1" y="1302"/>
                    <a:pt x="1" y="1332"/>
                  </a:cubicBezTo>
                  <a:cubicBezTo>
                    <a:pt x="1" y="1395"/>
                    <a:pt x="16" y="1455"/>
                    <a:pt x="45" y="1503"/>
                  </a:cubicBezTo>
                  <a:cubicBezTo>
                    <a:pt x="79" y="1566"/>
                    <a:pt x="109" y="1611"/>
                    <a:pt x="172" y="1659"/>
                  </a:cubicBezTo>
                  <a:cubicBezTo>
                    <a:pt x="231" y="1704"/>
                    <a:pt x="324" y="1719"/>
                    <a:pt x="402" y="1719"/>
                  </a:cubicBezTo>
                  <a:cubicBezTo>
                    <a:pt x="495" y="1719"/>
                    <a:pt x="588" y="1689"/>
                    <a:pt x="666" y="1641"/>
                  </a:cubicBezTo>
                  <a:cubicBezTo>
                    <a:pt x="774" y="1548"/>
                    <a:pt x="838" y="1425"/>
                    <a:pt x="823" y="1317"/>
                  </a:cubicBezTo>
                  <a:cubicBezTo>
                    <a:pt x="823" y="1209"/>
                    <a:pt x="789" y="1101"/>
                    <a:pt x="711" y="1023"/>
                  </a:cubicBezTo>
                  <a:cubicBezTo>
                    <a:pt x="656" y="965"/>
                    <a:pt x="580" y="915"/>
                    <a:pt x="494" y="887"/>
                  </a:cubicBezTo>
                  <a:lnTo>
                    <a:pt x="494" y="887"/>
                  </a:lnTo>
                  <a:lnTo>
                    <a:pt x="480" y="93"/>
                  </a:lnTo>
                  <a:cubicBezTo>
                    <a:pt x="480" y="45"/>
                    <a:pt x="451" y="0"/>
                    <a:pt x="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2d9969011a9_1_784"/>
            <p:cNvSpPr/>
            <p:nvPr/>
          </p:nvSpPr>
          <p:spPr>
            <a:xfrm>
              <a:off x="2113324" y="700349"/>
              <a:ext cx="48942" cy="551182"/>
            </a:xfrm>
            <a:custGeom>
              <a:rect b="b" l="l" r="r" t="t"/>
              <a:pathLst>
                <a:path extrusionOk="0" h="2106" w="187">
                  <a:moveTo>
                    <a:pt x="93" y="1"/>
                  </a:moveTo>
                  <a:cubicBezTo>
                    <a:pt x="30" y="1"/>
                    <a:pt x="0" y="45"/>
                    <a:pt x="0" y="94"/>
                  </a:cubicBezTo>
                  <a:lnTo>
                    <a:pt x="0" y="2013"/>
                  </a:lnTo>
                  <a:cubicBezTo>
                    <a:pt x="0" y="2076"/>
                    <a:pt x="30" y="2106"/>
                    <a:pt x="93" y="2106"/>
                  </a:cubicBezTo>
                  <a:cubicBezTo>
                    <a:pt x="138" y="2106"/>
                    <a:pt x="186" y="2076"/>
                    <a:pt x="186" y="2013"/>
                  </a:cubicBezTo>
                  <a:lnTo>
                    <a:pt x="186" y="94"/>
                  </a:lnTo>
                  <a:cubicBezTo>
                    <a:pt x="186" y="45"/>
                    <a:pt x="138" y="1"/>
                    <a:pt x="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2d9969011a9_1_784"/>
            <p:cNvSpPr/>
            <p:nvPr/>
          </p:nvSpPr>
          <p:spPr>
            <a:xfrm>
              <a:off x="2060718" y="1129834"/>
              <a:ext cx="150229" cy="260150"/>
            </a:xfrm>
            <a:custGeom>
              <a:rect b="b" l="l" r="r" t="t"/>
              <a:pathLst>
                <a:path extrusionOk="0" h="994" w="574">
                  <a:moveTo>
                    <a:pt x="201" y="0"/>
                  </a:moveTo>
                  <a:cubicBezTo>
                    <a:pt x="94" y="0"/>
                    <a:pt x="1" y="93"/>
                    <a:pt x="1" y="219"/>
                  </a:cubicBezTo>
                  <a:lnTo>
                    <a:pt x="1" y="792"/>
                  </a:lnTo>
                  <a:cubicBezTo>
                    <a:pt x="1" y="900"/>
                    <a:pt x="94" y="993"/>
                    <a:pt x="201" y="993"/>
                  </a:cubicBezTo>
                  <a:lnTo>
                    <a:pt x="373" y="993"/>
                  </a:lnTo>
                  <a:cubicBezTo>
                    <a:pt x="480" y="993"/>
                    <a:pt x="573" y="900"/>
                    <a:pt x="573" y="792"/>
                  </a:cubicBezTo>
                  <a:lnTo>
                    <a:pt x="573" y="219"/>
                  </a:lnTo>
                  <a:cubicBezTo>
                    <a:pt x="573" y="93"/>
                    <a:pt x="480" y="0"/>
                    <a:pt x="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2d9969011a9_1_784"/>
            <p:cNvSpPr/>
            <p:nvPr/>
          </p:nvSpPr>
          <p:spPr>
            <a:xfrm>
              <a:off x="786398" y="1720538"/>
              <a:ext cx="1379801" cy="620015"/>
            </a:xfrm>
            <a:custGeom>
              <a:rect b="b" l="l" r="r" t="t"/>
              <a:pathLst>
                <a:path extrusionOk="0" h="2369" w="5272">
                  <a:moveTo>
                    <a:pt x="5203" y="1"/>
                  </a:moveTo>
                  <a:cubicBezTo>
                    <a:pt x="5195" y="1"/>
                    <a:pt x="5187" y="3"/>
                    <a:pt x="5178" y="8"/>
                  </a:cubicBezTo>
                  <a:lnTo>
                    <a:pt x="49" y="2240"/>
                  </a:lnTo>
                  <a:cubicBezTo>
                    <a:pt x="19" y="2255"/>
                    <a:pt x="0" y="2300"/>
                    <a:pt x="19" y="2333"/>
                  </a:cubicBezTo>
                  <a:cubicBezTo>
                    <a:pt x="30" y="2355"/>
                    <a:pt x="49" y="2369"/>
                    <a:pt x="70" y="2369"/>
                  </a:cubicBezTo>
                  <a:cubicBezTo>
                    <a:pt x="78" y="2369"/>
                    <a:pt x="86" y="2367"/>
                    <a:pt x="93" y="2363"/>
                  </a:cubicBezTo>
                  <a:lnTo>
                    <a:pt x="4170" y="581"/>
                  </a:lnTo>
                  <a:lnTo>
                    <a:pt x="4170" y="581"/>
                  </a:lnTo>
                  <a:lnTo>
                    <a:pt x="1953" y="1850"/>
                  </a:lnTo>
                  <a:cubicBezTo>
                    <a:pt x="1924" y="1868"/>
                    <a:pt x="1924" y="1898"/>
                    <a:pt x="1938" y="1928"/>
                  </a:cubicBezTo>
                  <a:cubicBezTo>
                    <a:pt x="1949" y="1952"/>
                    <a:pt x="1971" y="1967"/>
                    <a:pt x="1993" y="1967"/>
                  </a:cubicBezTo>
                  <a:cubicBezTo>
                    <a:pt x="2001" y="1967"/>
                    <a:pt x="2009" y="1965"/>
                    <a:pt x="2017" y="1961"/>
                  </a:cubicBezTo>
                  <a:lnTo>
                    <a:pt x="5242" y="116"/>
                  </a:lnTo>
                  <a:cubicBezTo>
                    <a:pt x="5256" y="101"/>
                    <a:pt x="5271" y="68"/>
                    <a:pt x="5256" y="38"/>
                  </a:cubicBezTo>
                  <a:cubicBezTo>
                    <a:pt x="5246" y="17"/>
                    <a:pt x="5225" y="1"/>
                    <a:pt x="5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2d9969011a9_1_784"/>
            <p:cNvSpPr/>
            <p:nvPr/>
          </p:nvSpPr>
          <p:spPr>
            <a:xfrm>
              <a:off x="2129812" y="1720538"/>
              <a:ext cx="1411993" cy="491510"/>
            </a:xfrm>
            <a:custGeom>
              <a:rect b="b" l="l" r="r" t="t"/>
              <a:pathLst>
                <a:path extrusionOk="0" h="1878" w="5395">
                  <a:moveTo>
                    <a:pt x="67" y="1"/>
                  </a:moveTo>
                  <a:cubicBezTo>
                    <a:pt x="45" y="1"/>
                    <a:pt x="26" y="17"/>
                    <a:pt x="16" y="38"/>
                  </a:cubicBezTo>
                  <a:cubicBezTo>
                    <a:pt x="1" y="68"/>
                    <a:pt x="16" y="101"/>
                    <a:pt x="45" y="116"/>
                  </a:cubicBezTo>
                  <a:lnTo>
                    <a:pt x="3021" y="1868"/>
                  </a:lnTo>
                  <a:cubicBezTo>
                    <a:pt x="3033" y="1874"/>
                    <a:pt x="3048" y="1878"/>
                    <a:pt x="3062" y="1878"/>
                  </a:cubicBezTo>
                  <a:cubicBezTo>
                    <a:pt x="3084" y="1878"/>
                    <a:pt x="3105" y="1870"/>
                    <a:pt x="3114" y="1850"/>
                  </a:cubicBezTo>
                  <a:cubicBezTo>
                    <a:pt x="3129" y="1820"/>
                    <a:pt x="3114" y="1775"/>
                    <a:pt x="3084" y="1757"/>
                  </a:cubicBezTo>
                  <a:lnTo>
                    <a:pt x="559" y="269"/>
                  </a:lnTo>
                  <a:lnTo>
                    <a:pt x="5301" y="1742"/>
                  </a:lnTo>
                  <a:cubicBezTo>
                    <a:pt x="5331" y="1742"/>
                    <a:pt x="5376" y="1727"/>
                    <a:pt x="5376" y="1697"/>
                  </a:cubicBezTo>
                  <a:cubicBezTo>
                    <a:pt x="5394" y="1664"/>
                    <a:pt x="5376" y="1634"/>
                    <a:pt x="5346" y="1619"/>
                  </a:cubicBezTo>
                  <a:lnTo>
                    <a:pt x="94" y="8"/>
                  </a:lnTo>
                  <a:cubicBezTo>
                    <a:pt x="84" y="3"/>
                    <a:pt x="75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2d9969011a9_1_784"/>
            <p:cNvSpPr/>
            <p:nvPr/>
          </p:nvSpPr>
          <p:spPr>
            <a:xfrm>
              <a:off x="2125101" y="1594388"/>
              <a:ext cx="41090" cy="166192"/>
            </a:xfrm>
            <a:custGeom>
              <a:rect b="b" l="l" r="r" t="t"/>
              <a:pathLst>
                <a:path extrusionOk="0" h="635" w="157">
                  <a:moveTo>
                    <a:pt x="78" y="0"/>
                  </a:moveTo>
                  <a:cubicBezTo>
                    <a:pt x="39" y="0"/>
                    <a:pt x="0" y="24"/>
                    <a:pt x="0" y="70"/>
                  </a:cubicBezTo>
                  <a:lnTo>
                    <a:pt x="0" y="565"/>
                  </a:lnTo>
                  <a:cubicBezTo>
                    <a:pt x="0" y="611"/>
                    <a:pt x="39" y="634"/>
                    <a:pt x="78" y="634"/>
                  </a:cubicBezTo>
                  <a:cubicBezTo>
                    <a:pt x="117" y="634"/>
                    <a:pt x="156" y="611"/>
                    <a:pt x="156" y="565"/>
                  </a:cubicBezTo>
                  <a:lnTo>
                    <a:pt x="156" y="70"/>
                  </a:lnTo>
                  <a:cubicBezTo>
                    <a:pt x="156" y="24"/>
                    <a:pt x="117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2d9969011a9_1_784"/>
            <p:cNvSpPr/>
            <p:nvPr/>
          </p:nvSpPr>
          <p:spPr>
            <a:xfrm>
              <a:off x="2092910" y="1698292"/>
              <a:ext cx="105474" cy="81133"/>
            </a:xfrm>
            <a:custGeom>
              <a:rect b="b" l="l" r="r" t="t"/>
              <a:pathLst>
                <a:path extrusionOk="0" h="310" w="403">
                  <a:moveTo>
                    <a:pt x="201" y="0"/>
                  </a:moveTo>
                  <a:cubicBezTo>
                    <a:pt x="0" y="0"/>
                    <a:pt x="0" y="309"/>
                    <a:pt x="201" y="309"/>
                  </a:cubicBezTo>
                  <a:cubicBezTo>
                    <a:pt x="402" y="309"/>
                    <a:pt x="402" y="0"/>
                    <a:pt x="2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2d9969011a9_1_784"/>
            <p:cNvSpPr/>
            <p:nvPr/>
          </p:nvSpPr>
          <p:spPr>
            <a:xfrm>
              <a:off x="791371" y="2140338"/>
              <a:ext cx="2761958" cy="1415643"/>
            </a:xfrm>
            <a:custGeom>
              <a:rect b="b" l="l" r="r" t="t"/>
              <a:pathLst>
                <a:path extrusionOk="0" h="5409" w="10553">
                  <a:moveTo>
                    <a:pt x="2418" y="0"/>
                  </a:moveTo>
                  <a:lnTo>
                    <a:pt x="0" y="651"/>
                  </a:lnTo>
                  <a:lnTo>
                    <a:pt x="0" y="5409"/>
                  </a:lnTo>
                  <a:lnTo>
                    <a:pt x="2418" y="4988"/>
                  </a:lnTo>
                  <a:lnTo>
                    <a:pt x="10553" y="4988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2d9969011a9_1_784"/>
            <p:cNvSpPr/>
            <p:nvPr/>
          </p:nvSpPr>
          <p:spPr>
            <a:xfrm>
              <a:off x="791371" y="3445803"/>
              <a:ext cx="2761958" cy="110184"/>
            </a:xfrm>
            <a:custGeom>
              <a:rect b="b" l="l" r="r" t="t"/>
              <a:pathLst>
                <a:path extrusionOk="0" h="421" w="10553">
                  <a:moveTo>
                    <a:pt x="2418" y="0"/>
                  </a:moveTo>
                  <a:lnTo>
                    <a:pt x="0" y="421"/>
                  </a:lnTo>
                  <a:lnTo>
                    <a:pt x="9578" y="421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2d9969011a9_1_784"/>
            <p:cNvSpPr/>
            <p:nvPr/>
          </p:nvSpPr>
          <p:spPr>
            <a:xfrm>
              <a:off x="157784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2d9969011a9_1_784"/>
            <p:cNvSpPr/>
            <p:nvPr/>
          </p:nvSpPr>
          <p:spPr>
            <a:xfrm>
              <a:off x="167912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2d9969011a9_1_784"/>
            <p:cNvSpPr/>
            <p:nvPr/>
          </p:nvSpPr>
          <p:spPr>
            <a:xfrm>
              <a:off x="177648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2d9969011a9_1_784"/>
            <p:cNvSpPr/>
            <p:nvPr/>
          </p:nvSpPr>
          <p:spPr>
            <a:xfrm>
              <a:off x="1873849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g2d9969011a9_1_784"/>
            <p:cNvSpPr/>
            <p:nvPr/>
          </p:nvSpPr>
          <p:spPr>
            <a:xfrm>
              <a:off x="1979061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g2d9969011a9_1_784"/>
            <p:cNvSpPr/>
            <p:nvPr/>
          </p:nvSpPr>
          <p:spPr>
            <a:xfrm>
              <a:off x="2081132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g2d9969011a9_1_784"/>
            <p:cNvSpPr/>
            <p:nvPr/>
          </p:nvSpPr>
          <p:spPr>
            <a:xfrm>
              <a:off x="2173781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2d9969011a9_1_784"/>
            <p:cNvSpPr/>
            <p:nvPr/>
          </p:nvSpPr>
          <p:spPr>
            <a:xfrm>
              <a:off x="2271142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2d9969011a9_1_784"/>
            <p:cNvSpPr/>
            <p:nvPr/>
          </p:nvSpPr>
          <p:spPr>
            <a:xfrm>
              <a:off x="2368502" y="2237699"/>
              <a:ext cx="33239" cy="1111001"/>
            </a:xfrm>
            <a:custGeom>
              <a:rect b="b" l="l" r="r" t="t"/>
              <a:pathLst>
                <a:path extrusionOk="0" h="4245" w="127">
                  <a:moveTo>
                    <a:pt x="0" y="0"/>
                  </a:moveTo>
                  <a:lnTo>
                    <a:pt x="0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2d9969011a9_1_784"/>
            <p:cNvSpPr/>
            <p:nvPr/>
          </p:nvSpPr>
          <p:spPr>
            <a:xfrm>
              <a:off x="247057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2d9969011a9_1_784"/>
            <p:cNvSpPr/>
            <p:nvPr/>
          </p:nvSpPr>
          <p:spPr>
            <a:xfrm>
              <a:off x="2567933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1" y="0"/>
                  </a:moveTo>
                  <a:lnTo>
                    <a:pt x="1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2d9969011a9_1_784"/>
            <p:cNvSpPr/>
            <p:nvPr/>
          </p:nvSpPr>
          <p:spPr>
            <a:xfrm>
              <a:off x="2660321" y="2237699"/>
              <a:ext cx="33500" cy="1111001"/>
            </a:xfrm>
            <a:custGeom>
              <a:rect b="b" l="l" r="r" t="t"/>
              <a:pathLst>
                <a:path extrusionOk="0" h="4245" w="128">
                  <a:moveTo>
                    <a:pt x="1" y="0"/>
                  </a:moveTo>
                  <a:lnTo>
                    <a:pt x="1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2d9969011a9_1_784"/>
            <p:cNvSpPr/>
            <p:nvPr/>
          </p:nvSpPr>
          <p:spPr>
            <a:xfrm>
              <a:off x="2766580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2d9969011a9_1_784"/>
            <p:cNvSpPr/>
            <p:nvPr/>
          </p:nvSpPr>
          <p:spPr>
            <a:xfrm>
              <a:off x="2867866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2d9969011a9_1_784"/>
            <p:cNvSpPr/>
            <p:nvPr/>
          </p:nvSpPr>
          <p:spPr>
            <a:xfrm>
              <a:off x="2965226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2d9969011a9_1_784"/>
            <p:cNvSpPr/>
            <p:nvPr/>
          </p:nvSpPr>
          <p:spPr>
            <a:xfrm>
              <a:off x="3062586" y="2237699"/>
              <a:ext cx="32192" cy="1111001"/>
            </a:xfrm>
            <a:custGeom>
              <a:rect b="b" l="l" r="r" t="t"/>
              <a:pathLst>
                <a:path extrusionOk="0" h="4245" w="123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2d9969011a9_1_784"/>
            <p:cNvSpPr/>
            <p:nvPr/>
          </p:nvSpPr>
          <p:spPr>
            <a:xfrm>
              <a:off x="3156020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2d9969011a9_1_784"/>
            <p:cNvSpPr/>
            <p:nvPr/>
          </p:nvSpPr>
          <p:spPr>
            <a:xfrm>
              <a:off x="3253381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2d9969011a9_1_784"/>
            <p:cNvSpPr/>
            <p:nvPr/>
          </p:nvSpPr>
          <p:spPr>
            <a:xfrm>
              <a:off x="3346815" y="2237699"/>
              <a:ext cx="32454" cy="1111001"/>
            </a:xfrm>
            <a:custGeom>
              <a:rect b="b" l="l" r="r" t="t"/>
              <a:pathLst>
                <a:path extrusionOk="0" h="4245" w="124">
                  <a:moveTo>
                    <a:pt x="0" y="0"/>
                  </a:moveTo>
                  <a:lnTo>
                    <a:pt x="0" y="4244"/>
                  </a:lnTo>
                  <a:lnTo>
                    <a:pt x="123" y="424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2d9969011a9_1_784"/>
            <p:cNvSpPr/>
            <p:nvPr/>
          </p:nvSpPr>
          <p:spPr>
            <a:xfrm>
              <a:off x="3439203" y="2237699"/>
              <a:ext cx="33500" cy="1111001"/>
            </a:xfrm>
            <a:custGeom>
              <a:rect b="b" l="l" r="r" t="t"/>
              <a:pathLst>
                <a:path extrusionOk="0" h="4245" w="128">
                  <a:moveTo>
                    <a:pt x="1" y="0"/>
                  </a:moveTo>
                  <a:lnTo>
                    <a:pt x="1" y="4244"/>
                  </a:lnTo>
                  <a:lnTo>
                    <a:pt x="127" y="4244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2d9969011a9_1_784"/>
            <p:cNvSpPr/>
            <p:nvPr/>
          </p:nvSpPr>
          <p:spPr>
            <a:xfrm>
              <a:off x="1054139" y="2237699"/>
              <a:ext cx="8899" cy="3926"/>
            </a:xfrm>
            <a:custGeom>
              <a:rect b="b" l="l" r="r" t="t"/>
              <a:pathLst>
                <a:path extrusionOk="0" h="15" w="34">
                  <a:moveTo>
                    <a:pt x="0" y="0"/>
                  </a:moveTo>
                  <a:lnTo>
                    <a:pt x="0" y="15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2d9969011a9_1_784"/>
            <p:cNvSpPr/>
            <p:nvPr/>
          </p:nvSpPr>
          <p:spPr>
            <a:xfrm>
              <a:off x="791371" y="2140338"/>
              <a:ext cx="2761958" cy="243661"/>
            </a:xfrm>
            <a:custGeom>
              <a:rect b="b" l="l" r="r" t="t"/>
              <a:pathLst>
                <a:path extrusionOk="0" h="931" w="10553">
                  <a:moveTo>
                    <a:pt x="2418" y="0"/>
                  </a:moveTo>
                  <a:lnTo>
                    <a:pt x="0" y="651"/>
                  </a:lnTo>
                  <a:lnTo>
                    <a:pt x="0" y="930"/>
                  </a:lnTo>
                  <a:lnTo>
                    <a:pt x="2418" y="372"/>
                  </a:lnTo>
                  <a:lnTo>
                    <a:pt x="10553" y="372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2d9969011a9_1_784"/>
            <p:cNvSpPr/>
            <p:nvPr/>
          </p:nvSpPr>
          <p:spPr>
            <a:xfrm>
              <a:off x="791371" y="3348443"/>
              <a:ext cx="2761958" cy="207544"/>
            </a:xfrm>
            <a:custGeom>
              <a:rect b="b" l="l" r="r" t="t"/>
              <a:pathLst>
                <a:path extrusionOk="0" h="793" w="10553">
                  <a:moveTo>
                    <a:pt x="2418" y="0"/>
                  </a:moveTo>
                  <a:lnTo>
                    <a:pt x="0" y="465"/>
                  </a:lnTo>
                  <a:lnTo>
                    <a:pt x="0" y="793"/>
                  </a:lnTo>
                  <a:lnTo>
                    <a:pt x="2418" y="372"/>
                  </a:lnTo>
                  <a:lnTo>
                    <a:pt x="10553" y="372"/>
                  </a:lnTo>
                  <a:lnTo>
                    <a:pt x="105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2d9969011a9_1_784"/>
            <p:cNvSpPr/>
            <p:nvPr/>
          </p:nvSpPr>
          <p:spPr>
            <a:xfrm>
              <a:off x="1423951" y="2140338"/>
              <a:ext cx="52868" cy="1305721"/>
            </a:xfrm>
            <a:custGeom>
              <a:rect b="b" l="l" r="r" t="t"/>
              <a:pathLst>
                <a:path extrusionOk="0" h="4989" w="202">
                  <a:moveTo>
                    <a:pt x="1" y="0"/>
                  </a:moveTo>
                  <a:lnTo>
                    <a:pt x="1" y="4988"/>
                  </a:lnTo>
                  <a:lnTo>
                    <a:pt x="202" y="498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2d9969011a9_1_784"/>
            <p:cNvSpPr/>
            <p:nvPr/>
          </p:nvSpPr>
          <p:spPr>
            <a:xfrm>
              <a:off x="1070627" y="2237699"/>
              <a:ext cx="353587" cy="1180095"/>
            </a:xfrm>
            <a:custGeom>
              <a:rect b="b" l="l" r="r" t="t"/>
              <a:pathLst>
                <a:path extrusionOk="0" h="4509" w="1351">
                  <a:moveTo>
                    <a:pt x="1351" y="0"/>
                  </a:moveTo>
                  <a:lnTo>
                    <a:pt x="1087" y="60"/>
                  </a:lnTo>
                  <a:lnTo>
                    <a:pt x="1087" y="4293"/>
                  </a:lnTo>
                  <a:lnTo>
                    <a:pt x="1351" y="4244"/>
                  </a:lnTo>
                  <a:lnTo>
                    <a:pt x="1351" y="0"/>
                  </a:lnTo>
                  <a:close/>
                  <a:moveTo>
                    <a:pt x="960" y="93"/>
                  </a:moveTo>
                  <a:lnTo>
                    <a:pt x="793" y="138"/>
                  </a:lnTo>
                  <a:lnTo>
                    <a:pt x="793" y="4356"/>
                  </a:lnTo>
                  <a:lnTo>
                    <a:pt x="960" y="4322"/>
                  </a:lnTo>
                  <a:lnTo>
                    <a:pt x="960" y="93"/>
                  </a:lnTo>
                  <a:close/>
                  <a:moveTo>
                    <a:pt x="666" y="153"/>
                  </a:moveTo>
                  <a:lnTo>
                    <a:pt x="481" y="201"/>
                  </a:lnTo>
                  <a:lnTo>
                    <a:pt x="481" y="4415"/>
                  </a:lnTo>
                  <a:lnTo>
                    <a:pt x="666" y="4371"/>
                  </a:lnTo>
                  <a:lnTo>
                    <a:pt x="666" y="153"/>
                  </a:lnTo>
                  <a:close/>
                  <a:moveTo>
                    <a:pt x="358" y="231"/>
                  </a:moveTo>
                  <a:lnTo>
                    <a:pt x="202" y="264"/>
                  </a:lnTo>
                  <a:lnTo>
                    <a:pt x="202" y="4464"/>
                  </a:lnTo>
                  <a:lnTo>
                    <a:pt x="358" y="4430"/>
                  </a:lnTo>
                  <a:lnTo>
                    <a:pt x="358" y="231"/>
                  </a:lnTo>
                  <a:close/>
                  <a:moveTo>
                    <a:pt x="79" y="294"/>
                  </a:moveTo>
                  <a:lnTo>
                    <a:pt x="1" y="309"/>
                  </a:lnTo>
                  <a:lnTo>
                    <a:pt x="1" y="4508"/>
                  </a:lnTo>
                  <a:lnTo>
                    <a:pt x="79" y="4493"/>
                  </a:lnTo>
                  <a:lnTo>
                    <a:pt x="79" y="2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2d9969011a9_1_784"/>
            <p:cNvSpPr/>
            <p:nvPr/>
          </p:nvSpPr>
          <p:spPr>
            <a:xfrm>
              <a:off x="1091041" y="230679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24" y="0"/>
                  </a:moveTo>
                  <a:lnTo>
                    <a:pt x="1" y="30"/>
                  </a:lnTo>
                  <a:lnTo>
                    <a:pt x="1" y="4229"/>
                  </a:lnTo>
                  <a:lnTo>
                    <a:pt x="124" y="4200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2d9969011a9_1_784"/>
            <p:cNvSpPr/>
            <p:nvPr/>
          </p:nvSpPr>
          <p:spPr>
            <a:xfrm>
              <a:off x="1164062" y="2290043"/>
              <a:ext cx="32454" cy="1107337"/>
            </a:xfrm>
            <a:custGeom>
              <a:rect b="b" l="l" r="r" t="t"/>
              <a:pathLst>
                <a:path extrusionOk="0" h="4231" w="124">
                  <a:moveTo>
                    <a:pt x="124" y="1"/>
                  </a:moveTo>
                  <a:lnTo>
                    <a:pt x="1" y="31"/>
                  </a:lnTo>
                  <a:lnTo>
                    <a:pt x="1" y="4230"/>
                  </a:lnTo>
                  <a:lnTo>
                    <a:pt x="124" y="421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2d9969011a9_1_784"/>
            <p:cNvSpPr/>
            <p:nvPr/>
          </p:nvSpPr>
          <p:spPr>
            <a:xfrm>
              <a:off x="1244933" y="2273554"/>
              <a:ext cx="33239" cy="1108122"/>
            </a:xfrm>
            <a:custGeom>
              <a:rect b="b" l="l" r="r" t="t"/>
              <a:pathLst>
                <a:path extrusionOk="0" h="4234" w="127">
                  <a:moveTo>
                    <a:pt x="127" y="1"/>
                  </a:moveTo>
                  <a:lnTo>
                    <a:pt x="0" y="16"/>
                  </a:lnTo>
                  <a:lnTo>
                    <a:pt x="0" y="4234"/>
                  </a:lnTo>
                  <a:lnTo>
                    <a:pt x="127" y="4219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2d9969011a9_1_784"/>
            <p:cNvSpPr/>
            <p:nvPr/>
          </p:nvSpPr>
          <p:spPr>
            <a:xfrm>
              <a:off x="1321879" y="2253140"/>
              <a:ext cx="33239" cy="1115974"/>
            </a:xfrm>
            <a:custGeom>
              <a:rect b="b" l="l" r="r" t="t"/>
              <a:pathLst>
                <a:path extrusionOk="0" h="4264" w="127">
                  <a:moveTo>
                    <a:pt x="127" y="1"/>
                  </a:moveTo>
                  <a:lnTo>
                    <a:pt x="0" y="34"/>
                  </a:lnTo>
                  <a:lnTo>
                    <a:pt x="0" y="4263"/>
                  </a:lnTo>
                  <a:lnTo>
                    <a:pt x="127" y="4234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g2d9969011a9_1_784"/>
            <p:cNvSpPr/>
            <p:nvPr/>
          </p:nvSpPr>
          <p:spPr>
            <a:xfrm>
              <a:off x="791371" y="2322235"/>
              <a:ext cx="263031" cy="1148166"/>
            </a:xfrm>
            <a:custGeom>
              <a:rect b="b" l="l" r="r" t="t"/>
              <a:pathLst>
                <a:path extrusionOk="0" h="4387" w="1005">
                  <a:moveTo>
                    <a:pt x="1004" y="1"/>
                  </a:moveTo>
                  <a:lnTo>
                    <a:pt x="945" y="16"/>
                  </a:lnTo>
                  <a:lnTo>
                    <a:pt x="945" y="4200"/>
                  </a:lnTo>
                  <a:lnTo>
                    <a:pt x="1004" y="4185"/>
                  </a:lnTo>
                  <a:lnTo>
                    <a:pt x="1004" y="1"/>
                  </a:lnTo>
                  <a:close/>
                  <a:moveTo>
                    <a:pt x="818" y="49"/>
                  </a:moveTo>
                  <a:lnTo>
                    <a:pt x="711" y="79"/>
                  </a:lnTo>
                  <a:lnTo>
                    <a:pt x="711" y="4249"/>
                  </a:lnTo>
                  <a:lnTo>
                    <a:pt x="818" y="4234"/>
                  </a:lnTo>
                  <a:lnTo>
                    <a:pt x="818" y="49"/>
                  </a:lnTo>
                  <a:close/>
                  <a:moveTo>
                    <a:pt x="588" y="109"/>
                  </a:moveTo>
                  <a:lnTo>
                    <a:pt x="480" y="127"/>
                  </a:lnTo>
                  <a:lnTo>
                    <a:pt x="480" y="4293"/>
                  </a:lnTo>
                  <a:lnTo>
                    <a:pt x="588" y="4278"/>
                  </a:lnTo>
                  <a:lnTo>
                    <a:pt x="588" y="109"/>
                  </a:lnTo>
                  <a:close/>
                  <a:moveTo>
                    <a:pt x="353" y="157"/>
                  </a:moveTo>
                  <a:lnTo>
                    <a:pt x="260" y="172"/>
                  </a:lnTo>
                  <a:lnTo>
                    <a:pt x="260" y="4342"/>
                  </a:lnTo>
                  <a:lnTo>
                    <a:pt x="353" y="4312"/>
                  </a:lnTo>
                  <a:lnTo>
                    <a:pt x="353" y="157"/>
                  </a:lnTo>
                  <a:close/>
                  <a:moveTo>
                    <a:pt x="138" y="202"/>
                  </a:moveTo>
                  <a:lnTo>
                    <a:pt x="0" y="235"/>
                  </a:lnTo>
                  <a:lnTo>
                    <a:pt x="0" y="4386"/>
                  </a:lnTo>
                  <a:lnTo>
                    <a:pt x="138" y="4356"/>
                  </a:lnTo>
                  <a:lnTo>
                    <a:pt x="138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g2d9969011a9_1_784"/>
            <p:cNvSpPr/>
            <p:nvPr/>
          </p:nvSpPr>
          <p:spPr>
            <a:xfrm>
              <a:off x="1005459" y="2326160"/>
              <a:ext cx="33239" cy="1104197"/>
            </a:xfrm>
            <a:custGeom>
              <a:rect b="b" l="l" r="r" t="t"/>
              <a:pathLst>
                <a:path extrusionOk="0" h="4219" w="127">
                  <a:moveTo>
                    <a:pt x="127" y="1"/>
                  </a:moveTo>
                  <a:lnTo>
                    <a:pt x="0" y="34"/>
                  </a:lnTo>
                  <a:lnTo>
                    <a:pt x="0" y="4219"/>
                  </a:lnTo>
                  <a:lnTo>
                    <a:pt x="127" y="4185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g2d9969011a9_1_784"/>
            <p:cNvSpPr/>
            <p:nvPr/>
          </p:nvSpPr>
          <p:spPr>
            <a:xfrm>
              <a:off x="945001" y="2342649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24" y="1"/>
                  </a:moveTo>
                  <a:lnTo>
                    <a:pt x="1" y="31"/>
                  </a:lnTo>
                  <a:lnTo>
                    <a:pt x="1" y="4200"/>
                  </a:lnTo>
                  <a:lnTo>
                    <a:pt x="124" y="417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g2d9969011a9_1_784"/>
            <p:cNvSpPr/>
            <p:nvPr/>
          </p:nvSpPr>
          <p:spPr>
            <a:xfrm>
              <a:off x="883758" y="2355473"/>
              <a:ext cx="33239" cy="1095298"/>
            </a:xfrm>
            <a:custGeom>
              <a:rect b="b" l="l" r="r" t="t"/>
              <a:pathLst>
                <a:path extrusionOk="0" h="4185" w="127">
                  <a:moveTo>
                    <a:pt x="127" y="0"/>
                  </a:moveTo>
                  <a:lnTo>
                    <a:pt x="0" y="30"/>
                  </a:lnTo>
                  <a:lnTo>
                    <a:pt x="0" y="4185"/>
                  </a:lnTo>
                  <a:lnTo>
                    <a:pt x="127" y="4166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2d9969011a9_1_784"/>
            <p:cNvSpPr/>
            <p:nvPr/>
          </p:nvSpPr>
          <p:spPr>
            <a:xfrm>
              <a:off x="827227" y="2366989"/>
              <a:ext cx="32454" cy="1095560"/>
            </a:xfrm>
            <a:custGeom>
              <a:rect b="b" l="l" r="r" t="t"/>
              <a:pathLst>
                <a:path extrusionOk="0" h="4186" w="124">
                  <a:moveTo>
                    <a:pt x="123" y="1"/>
                  </a:moveTo>
                  <a:lnTo>
                    <a:pt x="1" y="31"/>
                  </a:lnTo>
                  <a:lnTo>
                    <a:pt x="1" y="4185"/>
                  </a:lnTo>
                  <a:lnTo>
                    <a:pt x="123" y="4171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2d9969011a9_1_784"/>
            <p:cNvSpPr/>
            <p:nvPr/>
          </p:nvSpPr>
          <p:spPr>
            <a:xfrm>
              <a:off x="1054139" y="2318309"/>
              <a:ext cx="16750" cy="1099486"/>
            </a:xfrm>
            <a:custGeom>
              <a:rect b="b" l="l" r="r" t="t"/>
              <a:pathLst>
                <a:path extrusionOk="0" h="4201" w="64">
                  <a:moveTo>
                    <a:pt x="64" y="1"/>
                  </a:moveTo>
                  <a:lnTo>
                    <a:pt x="0" y="16"/>
                  </a:lnTo>
                  <a:lnTo>
                    <a:pt x="0" y="4200"/>
                  </a:lnTo>
                  <a:lnTo>
                    <a:pt x="64" y="4200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2d9969011a9_1_784"/>
            <p:cNvSpPr/>
            <p:nvPr/>
          </p:nvSpPr>
          <p:spPr>
            <a:xfrm>
              <a:off x="791371" y="2140338"/>
              <a:ext cx="632845" cy="243661"/>
            </a:xfrm>
            <a:custGeom>
              <a:rect b="b" l="l" r="r" t="t"/>
              <a:pathLst>
                <a:path extrusionOk="0" h="931" w="2418">
                  <a:moveTo>
                    <a:pt x="2418" y="0"/>
                  </a:moveTo>
                  <a:lnTo>
                    <a:pt x="804" y="432"/>
                  </a:lnTo>
                  <a:lnTo>
                    <a:pt x="15" y="651"/>
                  </a:lnTo>
                  <a:lnTo>
                    <a:pt x="0" y="651"/>
                  </a:lnTo>
                  <a:lnTo>
                    <a:pt x="0" y="930"/>
                  </a:lnTo>
                  <a:lnTo>
                    <a:pt x="138" y="897"/>
                  </a:lnTo>
                  <a:lnTo>
                    <a:pt x="260" y="867"/>
                  </a:lnTo>
                  <a:lnTo>
                    <a:pt x="353" y="852"/>
                  </a:lnTo>
                  <a:lnTo>
                    <a:pt x="480" y="822"/>
                  </a:lnTo>
                  <a:lnTo>
                    <a:pt x="588" y="804"/>
                  </a:lnTo>
                  <a:lnTo>
                    <a:pt x="711" y="774"/>
                  </a:lnTo>
                  <a:lnTo>
                    <a:pt x="818" y="744"/>
                  </a:lnTo>
                  <a:lnTo>
                    <a:pt x="945" y="711"/>
                  </a:lnTo>
                  <a:lnTo>
                    <a:pt x="1004" y="696"/>
                  </a:lnTo>
                  <a:lnTo>
                    <a:pt x="1068" y="681"/>
                  </a:lnTo>
                  <a:lnTo>
                    <a:pt x="1146" y="666"/>
                  </a:lnTo>
                  <a:lnTo>
                    <a:pt x="1269" y="636"/>
                  </a:lnTo>
                  <a:lnTo>
                    <a:pt x="1425" y="603"/>
                  </a:lnTo>
                  <a:lnTo>
                    <a:pt x="1548" y="573"/>
                  </a:lnTo>
                  <a:lnTo>
                    <a:pt x="1733" y="525"/>
                  </a:lnTo>
                  <a:lnTo>
                    <a:pt x="1860" y="510"/>
                  </a:lnTo>
                  <a:lnTo>
                    <a:pt x="2027" y="465"/>
                  </a:lnTo>
                  <a:lnTo>
                    <a:pt x="2154" y="432"/>
                  </a:lnTo>
                  <a:lnTo>
                    <a:pt x="2418" y="372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2d9969011a9_1_784"/>
            <p:cNvSpPr/>
            <p:nvPr/>
          </p:nvSpPr>
          <p:spPr>
            <a:xfrm>
              <a:off x="791371" y="3348443"/>
              <a:ext cx="632845" cy="207544"/>
            </a:xfrm>
            <a:custGeom>
              <a:rect b="b" l="l" r="r" t="t"/>
              <a:pathLst>
                <a:path extrusionOk="0" h="793" w="2418">
                  <a:moveTo>
                    <a:pt x="2418" y="0"/>
                  </a:moveTo>
                  <a:lnTo>
                    <a:pt x="2154" y="49"/>
                  </a:lnTo>
                  <a:lnTo>
                    <a:pt x="2027" y="78"/>
                  </a:lnTo>
                  <a:lnTo>
                    <a:pt x="1860" y="112"/>
                  </a:lnTo>
                  <a:lnTo>
                    <a:pt x="1733" y="127"/>
                  </a:lnTo>
                  <a:lnTo>
                    <a:pt x="1548" y="171"/>
                  </a:lnTo>
                  <a:lnTo>
                    <a:pt x="1425" y="186"/>
                  </a:lnTo>
                  <a:lnTo>
                    <a:pt x="1269" y="220"/>
                  </a:lnTo>
                  <a:lnTo>
                    <a:pt x="1146" y="249"/>
                  </a:lnTo>
                  <a:lnTo>
                    <a:pt x="1068" y="264"/>
                  </a:lnTo>
                  <a:lnTo>
                    <a:pt x="1004" y="264"/>
                  </a:lnTo>
                  <a:lnTo>
                    <a:pt x="945" y="279"/>
                  </a:lnTo>
                  <a:lnTo>
                    <a:pt x="818" y="313"/>
                  </a:lnTo>
                  <a:lnTo>
                    <a:pt x="711" y="328"/>
                  </a:lnTo>
                  <a:lnTo>
                    <a:pt x="588" y="357"/>
                  </a:lnTo>
                  <a:lnTo>
                    <a:pt x="480" y="372"/>
                  </a:lnTo>
                  <a:lnTo>
                    <a:pt x="353" y="391"/>
                  </a:lnTo>
                  <a:lnTo>
                    <a:pt x="260" y="421"/>
                  </a:lnTo>
                  <a:lnTo>
                    <a:pt x="138" y="435"/>
                  </a:lnTo>
                  <a:lnTo>
                    <a:pt x="0" y="465"/>
                  </a:lnTo>
                  <a:lnTo>
                    <a:pt x="0" y="793"/>
                  </a:lnTo>
                  <a:lnTo>
                    <a:pt x="2418" y="372"/>
                  </a:lnTo>
                  <a:lnTo>
                    <a:pt x="24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2d9969011a9_1_784"/>
            <p:cNvSpPr/>
            <p:nvPr/>
          </p:nvSpPr>
          <p:spPr>
            <a:xfrm>
              <a:off x="462126" y="403558"/>
              <a:ext cx="2466211" cy="337095"/>
            </a:xfrm>
            <a:custGeom>
              <a:rect b="b" l="l" r="r" t="t"/>
              <a:pathLst>
                <a:path extrusionOk="0" h="1288" w="9423">
                  <a:moveTo>
                    <a:pt x="7861" y="127"/>
                  </a:moveTo>
                  <a:lnTo>
                    <a:pt x="9094" y="1164"/>
                  </a:lnTo>
                  <a:lnTo>
                    <a:pt x="124" y="1164"/>
                  </a:lnTo>
                  <a:lnTo>
                    <a:pt x="124" y="127"/>
                  </a:lnTo>
                  <a:close/>
                  <a:moveTo>
                    <a:pt x="1" y="0"/>
                  </a:moveTo>
                  <a:lnTo>
                    <a:pt x="1" y="1287"/>
                  </a:lnTo>
                  <a:lnTo>
                    <a:pt x="9423" y="1287"/>
                  </a:lnTo>
                  <a:lnTo>
                    <a:pt x="9300" y="1179"/>
                  </a:lnTo>
                  <a:lnTo>
                    <a:pt x="78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2d9969011a9_1_784"/>
            <p:cNvSpPr/>
            <p:nvPr/>
          </p:nvSpPr>
          <p:spPr>
            <a:xfrm>
              <a:off x="462126" y="401726"/>
              <a:ext cx="2259974" cy="338927"/>
            </a:xfrm>
            <a:custGeom>
              <a:rect b="b" l="l" r="r" t="t"/>
              <a:pathLst>
                <a:path extrusionOk="0" h="1295" w="8635">
                  <a:moveTo>
                    <a:pt x="1457" y="1"/>
                  </a:moveTo>
                  <a:cubicBezTo>
                    <a:pt x="1443" y="1"/>
                    <a:pt x="1427" y="9"/>
                    <a:pt x="1411" y="26"/>
                  </a:cubicBezTo>
                  <a:lnTo>
                    <a:pt x="124" y="1108"/>
                  </a:lnTo>
                  <a:lnTo>
                    <a:pt x="124" y="70"/>
                  </a:lnTo>
                  <a:cubicBezTo>
                    <a:pt x="124" y="26"/>
                    <a:pt x="109" y="7"/>
                    <a:pt x="64" y="7"/>
                  </a:cubicBezTo>
                  <a:cubicBezTo>
                    <a:pt x="31" y="7"/>
                    <a:pt x="1" y="26"/>
                    <a:pt x="1" y="70"/>
                  </a:cubicBezTo>
                  <a:lnTo>
                    <a:pt x="1" y="1235"/>
                  </a:lnTo>
                  <a:cubicBezTo>
                    <a:pt x="1" y="1264"/>
                    <a:pt x="16" y="1279"/>
                    <a:pt x="49" y="1294"/>
                  </a:cubicBezTo>
                  <a:cubicBezTo>
                    <a:pt x="64" y="1294"/>
                    <a:pt x="94" y="1294"/>
                    <a:pt x="109" y="1279"/>
                  </a:cubicBezTo>
                  <a:lnTo>
                    <a:pt x="1459" y="148"/>
                  </a:lnTo>
                  <a:lnTo>
                    <a:pt x="2698" y="1279"/>
                  </a:lnTo>
                  <a:cubicBezTo>
                    <a:pt x="2713" y="1287"/>
                    <a:pt x="2728" y="1290"/>
                    <a:pt x="2744" y="1290"/>
                  </a:cubicBezTo>
                  <a:cubicBezTo>
                    <a:pt x="2760" y="1290"/>
                    <a:pt x="2776" y="1287"/>
                    <a:pt x="2791" y="1279"/>
                  </a:cubicBezTo>
                  <a:lnTo>
                    <a:pt x="4029" y="148"/>
                  </a:lnTo>
                  <a:lnTo>
                    <a:pt x="5301" y="1279"/>
                  </a:lnTo>
                  <a:cubicBezTo>
                    <a:pt x="5316" y="1287"/>
                    <a:pt x="5332" y="1290"/>
                    <a:pt x="5348" y="1290"/>
                  </a:cubicBezTo>
                  <a:cubicBezTo>
                    <a:pt x="5364" y="1290"/>
                    <a:pt x="5380" y="1287"/>
                    <a:pt x="5394" y="1279"/>
                  </a:cubicBezTo>
                  <a:lnTo>
                    <a:pt x="6681" y="148"/>
                  </a:lnTo>
                  <a:lnTo>
                    <a:pt x="7827" y="1279"/>
                  </a:lnTo>
                  <a:cubicBezTo>
                    <a:pt x="7844" y="1287"/>
                    <a:pt x="7860" y="1290"/>
                    <a:pt x="7875" y="1290"/>
                  </a:cubicBezTo>
                  <a:cubicBezTo>
                    <a:pt x="7890" y="1290"/>
                    <a:pt x="7905" y="1287"/>
                    <a:pt x="7920" y="1279"/>
                  </a:cubicBezTo>
                  <a:lnTo>
                    <a:pt x="8605" y="692"/>
                  </a:lnTo>
                  <a:cubicBezTo>
                    <a:pt x="8634" y="677"/>
                    <a:pt x="8634" y="628"/>
                    <a:pt x="8619" y="613"/>
                  </a:cubicBezTo>
                  <a:cubicBezTo>
                    <a:pt x="8600" y="596"/>
                    <a:pt x="8582" y="589"/>
                    <a:pt x="8564" y="589"/>
                  </a:cubicBezTo>
                  <a:cubicBezTo>
                    <a:pt x="8551" y="589"/>
                    <a:pt x="8539" y="592"/>
                    <a:pt x="8526" y="599"/>
                  </a:cubicBezTo>
                  <a:lnTo>
                    <a:pt x="7876" y="1157"/>
                  </a:lnTo>
                  <a:lnTo>
                    <a:pt x="6726" y="26"/>
                  </a:lnTo>
                  <a:cubicBezTo>
                    <a:pt x="6711" y="9"/>
                    <a:pt x="6696" y="1"/>
                    <a:pt x="6681" y="1"/>
                  </a:cubicBezTo>
                  <a:cubicBezTo>
                    <a:pt x="6666" y="1"/>
                    <a:pt x="6650" y="9"/>
                    <a:pt x="6633" y="26"/>
                  </a:cubicBezTo>
                  <a:lnTo>
                    <a:pt x="5350" y="1157"/>
                  </a:lnTo>
                  <a:lnTo>
                    <a:pt x="4063" y="26"/>
                  </a:lnTo>
                  <a:cubicBezTo>
                    <a:pt x="4055" y="9"/>
                    <a:pt x="4040" y="1"/>
                    <a:pt x="4024" y="1"/>
                  </a:cubicBezTo>
                  <a:cubicBezTo>
                    <a:pt x="4008" y="1"/>
                    <a:pt x="3992" y="9"/>
                    <a:pt x="3985" y="26"/>
                  </a:cubicBezTo>
                  <a:lnTo>
                    <a:pt x="2746" y="1157"/>
                  </a:lnTo>
                  <a:lnTo>
                    <a:pt x="1489" y="26"/>
                  </a:lnTo>
                  <a:cubicBezTo>
                    <a:pt x="1481" y="9"/>
                    <a:pt x="1470" y="1"/>
                    <a:pt x="1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2d9969011a9_1_784"/>
            <p:cNvSpPr/>
            <p:nvPr/>
          </p:nvSpPr>
          <p:spPr>
            <a:xfrm>
              <a:off x="462126" y="401726"/>
              <a:ext cx="2077030" cy="338927"/>
            </a:xfrm>
            <a:custGeom>
              <a:rect b="b" l="l" r="r" t="t"/>
              <a:pathLst>
                <a:path extrusionOk="0" h="1295" w="7936">
                  <a:moveTo>
                    <a:pt x="2744" y="1"/>
                  </a:moveTo>
                  <a:cubicBezTo>
                    <a:pt x="2728" y="1"/>
                    <a:pt x="2713" y="9"/>
                    <a:pt x="2698" y="26"/>
                  </a:cubicBezTo>
                  <a:lnTo>
                    <a:pt x="1459" y="1157"/>
                  </a:lnTo>
                  <a:lnTo>
                    <a:pt x="109" y="26"/>
                  </a:lnTo>
                  <a:cubicBezTo>
                    <a:pt x="98" y="12"/>
                    <a:pt x="80" y="1"/>
                    <a:pt x="65" y="1"/>
                  </a:cubicBezTo>
                  <a:cubicBezTo>
                    <a:pt x="59" y="1"/>
                    <a:pt x="53" y="3"/>
                    <a:pt x="49" y="7"/>
                  </a:cubicBezTo>
                  <a:cubicBezTo>
                    <a:pt x="16" y="26"/>
                    <a:pt x="1" y="41"/>
                    <a:pt x="1" y="70"/>
                  </a:cubicBezTo>
                  <a:lnTo>
                    <a:pt x="1" y="1235"/>
                  </a:lnTo>
                  <a:cubicBezTo>
                    <a:pt x="1" y="1264"/>
                    <a:pt x="31" y="1294"/>
                    <a:pt x="64" y="1294"/>
                  </a:cubicBezTo>
                  <a:cubicBezTo>
                    <a:pt x="109" y="1294"/>
                    <a:pt x="124" y="1264"/>
                    <a:pt x="124" y="1235"/>
                  </a:cubicBezTo>
                  <a:lnTo>
                    <a:pt x="124" y="193"/>
                  </a:lnTo>
                  <a:lnTo>
                    <a:pt x="1411" y="1279"/>
                  </a:lnTo>
                  <a:cubicBezTo>
                    <a:pt x="1427" y="1287"/>
                    <a:pt x="1443" y="1290"/>
                    <a:pt x="1457" y="1290"/>
                  </a:cubicBezTo>
                  <a:cubicBezTo>
                    <a:pt x="1470" y="1290"/>
                    <a:pt x="1481" y="1287"/>
                    <a:pt x="1489" y="1279"/>
                  </a:cubicBezTo>
                  <a:lnTo>
                    <a:pt x="2746" y="148"/>
                  </a:lnTo>
                  <a:lnTo>
                    <a:pt x="3985" y="1279"/>
                  </a:lnTo>
                  <a:cubicBezTo>
                    <a:pt x="3992" y="1287"/>
                    <a:pt x="4008" y="1290"/>
                    <a:pt x="4024" y="1290"/>
                  </a:cubicBezTo>
                  <a:cubicBezTo>
                    <a:pt x="4040" y="1290"/>
                    <a:pt x="4055" y="1287"/>
                    <a:pt x="4063" y="1279"/>
                  </a:cubicBezTo>
                  <a:lnTo>
                    <a:pt x="5350" y="148"/>
                  </a:lnTo>
                  <a:lnTo>
                    <a:pt x="6633" y="1279"/>
                  </a:lnTo>
                  <a:cubicBezTo>
                    <a:pt x="6650" y="1287"/>
                    <a:pt x="6666" y="1290"/>
                    <a:pt x="6681" y="1290"/>
                  </a:cubicBezTo>
                  <a:cubicBezTo>
                    <a:pt x="6696" y="1290"/>
                    <a:pt x="6711" y="1287"/>
                    <a:pt x="6726" y="1279"/>
                  </a:cubicBezTo>
                  <a:lnTo>
                    <a:pt x="7920" y="119"/>
                  </a:lnTo>
                  <a:cubicBezTo>
                    <a:pt x="7935" y="85"/>
                    <a:pt x="7935" y="41"/>
                    <a:pt x="7920" y="26"/>
                  </a:cubicBezTo>
                  <a:cubicBezTo>
                    <a:pt x="7905" y="9"/>
                    <a:pt x="7890" y="1"/>
                    <a:pt x="7875" y="1"/>
                  </a:cubicBezTo>
                  <a:cubicBezTo>
                    <a:pt x="7860" y="1"/>
                    <a:pt x="7844" y="9"/>
                    <a:pt x="7827" y="26"/>
                  </a:cubicBezTo>
                  <a:lnTo>
                    <a:pt x="6681" y="1157"/>
                  </a:lnTo>
                  <a:lnTo>
                    <a:pt x="5394" y="26"/>
                  </a:lnTo>
                  <a:cubicBezTo>
                    <a:pt x="5380" y="9"/>
                    <a:pt x="5364" y="1"/>
                    <a:pt x="5348" y="1"/>
                  </a:cubicBezTo>
                  <a:cubicBezTo>
                    <a:pt x="5332" y="1"/>
                    <a:pt x="5316" y="9"/>
                    <a:pt x="5301" y="26"/>
                  </a:cubicBezTo>
                  <a:lnTo>
                    <a:pt x="4029" y="1157"/>
                  </a:lnTo>
                  <a:lnTo>
                    <a:pt x="2791" y="26"/>
                  </a:lnTo>
                  <a:cubicBezTo>
                    <a:pt x="2776" y="9"/>
                    <a:pt x="2760" y="1"/>
                    <a:pt x="2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2d9969011a9_1_784"/>
            <p:cNvSpPr/>
            <p:nvPr/>
          </p:nvSpPr>
          <p:spPr>
            <a:xfrm>
              <a:off x="827227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0" y="1287"/>
                    <a:pt x="64" y="1287"/>
                  </a:cubicBezTo>
                  <a:cubicBezTo>
                    <a:pt x="94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2d9969011a9_1_784"/>
            <p:cNvSpPr/>
            <p:nvPr/>
          </p:nvSpPr>
          <p:spPr>
            <a:xfrm>
              <a:off x="1164062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1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1" y="1287"/>
                    <a:pt x="64" y="1287"/>
                  </a:cubicBezTo>
                  <a:cubicBezTo>
                    <a:pt x="94" y="1287"/>
                    <a:pt x="124" y="1257"/>
                    <a:pt x="124" y="1228"/>
                  </a:cubicBezTo>
                  <a:lnTo>
                    <a:pt x="124" y="63"/>
                  </a:lnTo>
                  <a:cubicBezTo>
                    <a:pt x="124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2d9969011a9_1_784"/>
            <p:cNvSpPr/>
            <p:nvPr/>
          </p:nvSpPr>
          <p:spPr>
            <a:xfrm>
              <a:off x="1496971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0" y="0"/>
                  </a:moveTo>
                  <a:cubicBezTo>
                    <a:pt x="31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1" y="1287"/>
                    <a:pt x="60" y="1287"/>
                  </a:cubicBezTo>
                  <a:cubicBezTo>
                    <a:pt x="109" y="1287"/>
                    <a:pt x="124" y="1257"/>
                    <a:pt x="124" y="1228"/>
                  </a:cubicBezTo>
                  <a:lnTo>
                    <a:pt x="124" y="63"/>
                  </a:lnTo>
                  <a:cubicBezTo>
                    <a:pt x="124" y="19"/>
                    <a:pt x="109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2d9969011a9_1_784"/>
            <p:cNvSpPr/>
            <p:nvPr/>
          </p:nvSpPr>
          <p:spPr>
            <a:xfrm>
              <a:off x="1845583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1" y="19"/>
                    <a:pt x="1" y="63"/>
                  </a:cubicBezTo>
                  <a:lnTo>
                    <a:pt x="1" y="1228"/>
                  </a:lnTo>
                  <a:cubicBezTo>
                    <a:pt x="1" y="1257"/>
                    <a:pt x="30" y="1287"/>
                    <a:pt x="64" y="1287"/>
                  </a:cubicBezTo>
                  <a:cubicBezTo>
                    <a:pt x="94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2d9969011a9_1_784"/>
            <p:cNvSpPr/>
            <p:nvPr/>
          </p:nvSpPr>
          <p:spPr>
            <a:xfrm>
              <a:off x="2194196" y="403558"/>
              <a:ext cx="33239" cy="337095"/>
            </a:xfrm>
            <a:custGeom>
              <a:rect b="b" l="l" r="r" t="t"/>
              <a:pathLst>
                <a:path extrusionOk="0" h="1288" w="127">
                  <a:moveTo>
                    <a:pt x="63" y="0"/>
                  </a:moveTo>
                  <a:cubicBezTo>
                    <a:pt x="34" y="0"/>
                    <a:pt x="0" y="19"/>
                    <a:pt x="0" y="63"/>
                  </a:cubicBezTo>
                  <a:lnTo>
                    <a:pt x="0" y="1228"/>
                  </a:lnTo>
                  <a:cubicBezTo>
                    <a:pt x="0" y="1257"/>
                    <a:pt x="34" y="1287"/>
                    <a:pt x="63" y="1287"/>
                  </a:cubicBezTo>
                  <a:cubicBezTo>
                    <a:pt x="93" y="1287"/>
                    <a:pt x="127" y="1257"/>
                    <a:pt x="127" y="1228"/>
                  </a:cubicBezTo>
                  <a:lnTo>
                    <a:pt x="127" y="63"/>
                  </a:lnTo>
                  <a:cubicBezTo>
                    <a:pt x="127" y="19"/>
                    <a:pt x="93" y="0"/>
                    <a:pt x="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2d9969011a9_1_784"/>
            <p:cNvSpPr/>
            <p:nvPr/>
          </p:nvSpPr>
          <p:spPr>
            <a:xfrm>
              <a:off x="2506691" y="403558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0" y="0"/>
                    <a:pt x="0" y="19"/>
                    <a:pt x="0" y="63"/>
                  </a:cubicBezTo>
                  <a:lnTo>
                    <a:pt x="0" y="1228"/>
                  </a:lnTo>
                  <a:cubicBezTo>
                    <a:pt x="0" y="1257"/>
                    <a:pt x="30" y="1287"/>
                    <a:pt x="64" y="1287"/>
                  </a:cubicBezTo>
                  <a:cubicBezTo>
                    <a:pt x="93" y="1287"/>
                    <a:pt x="123" y="1257"/>
                    <a:pt x="123" y="1228"/>
                  </a:cubicBezTo>
                  <a:lnTo>
                    <a:pt x="123" y="63"/>
                  </a:lnTo>
                  <a:cubicBezTo>
                    <a:pt x="123" y="19"/>
                    <a:pt x="93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2d9969011a9_1_784"/>
            <p:cNvSpPr/>
            <p:nvPr/>
          </p:nvSpPr>
          <p:spPr>
            <a:xfrm>
              <a:off x="1837732" y="2626878"/>
              <a:ext cx="37426" cy="272974"/>
            </a:xfrm>
            <a:custGeom>
              <a:rect b="b" l="l" r="r" t="t"/>
              <a:pathLst>
                <a:path extrusionOk="0" h="1043" w="143">
                  <a:moveTo>
                    <a:pt x="1" y="1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2d9969011a9_1_784"/>
            <p:cNvSpPr/>
            <p:nvPr/>
          </p:nvSpPr>
          <p:spPr>
            <a:xfrm>
              <a:off x="1947916" y="2626878"/>
              <a:ext cx="249422" cy="272974"/>
            </a:xfrm>
            <a:custGeom>
              <a:rect b="b" l="l" r="r" t="t"/>
              <a:pathLst>
                <a:path extrusionOk="0" h="1043" w="953">
                  <a:moveTo>
                    <a:pt x="0" y="1"/>
                  </a:moveTo>
                  <a:lnTo>
                    <a:pt x="0" y="1042"/>
                  </a:lnTo>
                  <a:lnTo>
                    <a:pt x="138" y="1042"/>
                  </a:lnTo>
                  <a:lnTo>
                    <a:pt x="138" y="127"/>
                  </a:lnTo>
                  <a:lnTo>
                    <a:pt x="406" y="842"/>
                  </a:lnTo>
                  <a:lnTo>
                    <a:pt x="547" y="842"/>
                  </a:lnTo>
                  <a:lnTo>
                    <a:pt x="815" y="127"/>
                  </a:lnTo>
                  <a:lnTo>
                    <a:pt x="815" y="1042"/>
                  </a:lnTo>
                  <a:lnTo>
                    <a:pt x="952" y="1042"/>
                  </a:lnTo>
                  <a:lnTo>
                    <a:pt x="952" y="1"/>
                  </a:lnTo>
                  <a:lnTo>
                    <a:pt x="740" y="1"/>
                  </a:lnTo>
                  <a:lnTo>
                    <a:pt x="476" y="71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2d9969011a9_1_784"/>
            <p:cNvSpPr/>
            <p:nvPr/>
          </p:nvSpPr>
          <p:spPr>
            <a:xfrm>
              <a:off x="2270095" y="2626878"/>
              <a:ext cx="175354" cy="272974"/>
            </a:xfrm>
            <a:custGeom>
              <a:rect b="b" l="l" r="r" t="t"/>
              <a:pathLst>
                <a:path extrusionOk="0" h="1043" w="670">
                  <a:moveTo>
                    <a:pt x="317" y="116"/>
                  </a:moveTo>
                  <a:cubicBezTo>
                    <a:pt x="384" y="116"/>
                    <a:pt x="432" y="135"/>
                    <a:pt x="469" y="168"/>
                  </a:cubicBezTo>
                  <a:cubicBezTo>
                    <a:pt x="506" y="202"/>
                    <a:pt x="521" y="250"/>
                    <a:pt x="521" y="313"/>
                  </a:cubicBezTo>
                  <a:cubicBezTo>
                    <a:pt x="521" y="377"/>
                    <a:pt x="506" y="425"/>
                    <a:pt x="469" y="458"/>
                  </a:cubicBezTo>
                  <a:cubicBezTo>
                    <a:pt x="432" y="492"/>
                    <a:pt x="384" y="507"/>
                    <a:pt x="317" y="507"/>
                  </a:cubicBezTo>
                  <a:lnTo>
                    <a:pt x="142" y="507"/>
                  </a:lnTo>
                  <a:lnTo>
                    <a:pt x="142" y="116"/>
                  </a:lnTo>
                  <a:close/>
                  <a:moveTo>
                    <a:pt x="0" y="1"/>
                  </a:moveTo>
                  <a:lnTo>
                    <a:pt x="0" y="1042"/>
                  </a:lnTo>
                  <a:lnTo>
                    <a:pt x="142" y="1042"/>
                  </a:lnTo>
                  <a:lnTo>
                    <a:pt x="142" y="626"/>
                  </a:lnTo>
                  <a:lnTo>
                    <a:pt x="317" y="626"/>
                  </a:lnTo>
                  <a:cubicBezTo>
                    <a:pt x="436" y="626"/>
                    <a:pt x="521" y="596"/>
                    <a:pt x="581" y="544"/>
                  </a:cubicBezTo>
                  <a:cubicBezTo>
                    <a:pt x="640" y="492"/>
                    <a:pt x="670" y="414"/>
                    <a:pt x="670" y="313"/>
                  </a:cubicBezTo>
                  <a:cubicBezTo>
                    <a:pt x="670" y="209"/>
                    <a:pt x="640" y="135"/>
                    <a:pt x="581" y="83"/>
                  </a:cubicBezTo>
                  <a:cubicBezTo>
                    <a:pt x="521" y="27"/>
                    <a:pt x="436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2d9969011a9_1_784"/>
            <p:cNvSpPr/>
            <p:nvPr/>
          </p:nvSpPr>
          <p:spPr>
            <a:xfrm>
              <a:off x="2479472" y="2622167"/>
              <a:ext cx="252300" cy="282658"/>
            </a:xfrm>
            <a:custGeom>
              <a:rect b="b" l="l" r="r" t="t"/>
              <a:pathLst>
                <a:path extrusionOk="0" h="1080" w="964">
                  <a:moveTo>
                    <a:pt x="484" y="116"/>
                  </a:moveTo>
                  <a:cubicBezTo>
                    <a:pt x="584" y="116"/>
                    <a:pt x="666" y="153"/>
                    <a:pt x="725" y="231"/>
                  </a:cubicBezTo>
                  <a:cubicBezTo>
                    <a:pt x="785" y="305"/>
                    <a:pt x="815" y="410"/>
                    <a:pt x="815" y="540"/>
                  </a:cubicBezTo>
                  <a:cubicBezTo>
                    <a:pt x="815" y="674"/>
                    <a:pt x="785" y="774"/>
                    <a:pt x="725" y="852"/>
                  </a:cubicBezTo>
                  <a:cubicBezTo>
                    <a:pt x="666" y="927"/>
                    <a:pt x="584" y="967"/>
                    <a:pt x="484" y="967"/>
                  </a:cubicBezTo>
                  <a:cubicBezTo>
                    <a:pt x="380" y="967"/>
                    <a:pt x="298" y="927"/>
                    <a:pt x="238" y="852"/>
                  </a:cubicBezTo>
                  <a:cubicBezTo>
                    <a:pt x="179" y="774"/>
                    <a:pt x="149" y="674"/>
                    <a:pt x="149" y="540"/>
                  </a:cubicBezTo>
                  <a:cubicBezTo>
                    <a:pt x="149" y="410"/>
                    <a:pt x="179" y="305"/>
                    <a:pt x="238" y="231"/>
                  </a:cubicBezTo>
                  <a:cubicBezTo>
                    <a:pt x="298" y="153"/>
                    <a:pt x="380" y="116"/>
                    <a:pt x="484" y="116"/>
                  </a:cubicBezTo>
                  <a:close/>
                  <a:moveTo>
                    <a:pt x="484" y="0"/>
                  </a:moveTo>
                  <a:cubicBezTo>
                    <a:pt x="335" y="0"/>
                    <a:pt x="220" y="49"/>
                    <a:pt x="130" y="149"/>
                  </a:cubicBezTo>
                  <a:cubicBezTo>
                    <a:pt x="45" y="246"/>
                    <a:pt x="0" y="376"/>
                    <a:pt x="0" y="540"/>
                  </a:cubicBezTo>
                  <a:cubicBezTo>
                    <a:pt x="0" y="707"/>
                    <a:pt x="45" y="837"/>
                    <a:pt x="130" y="934"/>
                  </a:cubicBezTo>
                  <a:cubicBezTo>
                    <a:pt x="220" y="1031"/>
                    <a:pt x="335" y="1079"/>
                    <a:pt x="484" y="1079"/>
                  </a:cubicBezTo>
                  <a:cubicBezTo>
                    <a:pt x="629" y="1079"/>
                    <a:pt x="744" y="1031"/>
                    <a:pt x="833" y="934"/>
                  </a:cubicBezTo>
                  <a:cubicBezTo>
                    <a:pt x="919" y="837"/>
                    <a:pt x="964" y="703"/>
                    <a:pt x="964" y="540"/>
                  </a:cubicBezTo>
                  <a:cubicBezTo>
                    <a:pt x="964" y="376"/>
                    <a:pt x="919" y="246"/>
                    <a:pt x="833" y="149"/>
                  </a:cubicBezTo>
                  <a:cubicBezTo>
                    <a:pt x="744" y="49"/>
                    <a:pt x="629" y="0"/>
                    <a:pt x="4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d9969011a9_1_784"/>
            <p:cNvSpPr/>
            <p:nvPr/>
          </p:nvSpPr>
          <p:spPr>
            <a:xfrm>
              <a:off x="2788826" y="2626878"/>
              <a:ext cx="212519" cy="272974"/>
            </a:xfrm>
            <a:custGeom>
              <a:rect b="b" l="l" r="r" t="t"/>
              <a:pathLst>
                <a:path extrusionOk="0" h="1043" w="812">
                  <a:moveTo>
                    <a:pt x="317" y="116"/>
                  </a:moveTo>
                  <a:cubicBezTo>
                    <a:pt x="388" y="116"/>
                    <a:pt x="436" y="135"/>
                    <a:pt x="473" y="165"/>
                  </a:cubicBezTo>
                  <a:cubicBezTo>
                    <a:pt x="507" y="194"/>
                    <a:pt x="525" y="239"/>
                    <a:pt x="525" y="302"/>
                  </a:cubicBezTo>
                  <a:cubicBezTo>
                    <a:pt x="525" y="362"/>
                    <a:pt x="507" y="410"/>
                    <a:pt x="473" y="440"/>
                  </a:cubicBezTo>
                  <a:cubicBezTo>
                    <a:pt x="436" y="470"/>
                    <a:pt x="388" y="488"/>
                    <a:pt x="317" y="488"/>
                  </a:cubicBezTo>
                  <a:lnTo>
                    <a:pt x="142" y="488"/>
                  </a:lnTo>
                  <a:lnTo>
                    <a:pt x="142" y="116"/>
                  </a:lnTo>
                  <a:close/>
                  <a:moveTo>
                    <a:pt x="1" y="1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604"/>
                  </a:lnTo>
                  <a:lnTo>
                    <a:pt x="295" y="604"/>
                  </a:lnTo>
                  <a:cubicBezTo>
                    <a:pt x="351" y="604"/>
                    <a:pt x="395" y="615"/>
                    <a:pt x="429" y="637"/>
                  </a:cubicBezTo>
                  <a:cubicBezTo>
                    <a:pt x="459" y="659"/>
                    <a:pt x="492" y="704"/>
                    <a:pt x="525" y="775"/>
                  </a:cubicBezTo>
                  <a:lnTo>
                    <a:pt x="659" y="1042"/>
                  </a:lnTo>
                  <a:lnTo>
                    <a:pt x="812" y="1042"/>
                  </a:lnTo>
                  <a:lnTo>
                    <a:pt x="671" y="756"/>
                  </a:lnTo>
                  <a:cubicBezTo>
                    <a:pt x="641" y="700"/>
                    <a:pt x="611" y="652"/>
                    <a:pt x="581" y="618"/>
                  </a:cubicBezTo>
                  <a:cubicBezTo>
                    <a:pt x="555" y="585"/>
                    <a:pt x="525" y="566"/>
                    <a:pt x="496" y="555"/>
                  </a:cubicBezTo>
                  <a:cubicBezTo>
                    <a:pt x="552" y="537"/>
                    <a:pt x="596" y="507"/>
                    <a:pt x="626" y="466"/>
                  </a:cubicBezTo>
                  <a:cubicBezTo>
                    <a:pt x="659" y="421"/>
                    <a:pt x="674" y="365"/>
                    <a:pt x="674" y="302"/>
                  </a:cubicBezTo>
                  <a:cubicBezTo>
                    <a:pt x="674" y="202"/>
                    <a:pt x="645" y="127"/>
                    <a:pt x="585" y="75"/>
                  </a:cubicBezTo>
                  <a:cubicBezTo>
                    <a:pt x="525" y="27"/>
                    <a:pt x="436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2d9969011a9_1_784"/>
            <p:cNvSpPr/>
            <p:nvPr/>
          </p:nvSpPr>
          <p:spPr>
            <a:xfrm>
              <a:off x="2983546" y="2626878"/>
              <a:ext cx="230054" cy="272974"/>
            </a:xfrm>
            <a:custGeom>
              <a:rect b="b" l="l" r="r" t="t"/>
              <a:pathLst>
                <a:path extrusionOk="0" h="1043" w="879">
                  <a:moveTo>
                    <a:pt x="1" y="1"/>
                  </a:moveTo>
                  <a:lnTo>
                    <a:pt x="1" y="120"/>
                  </a:lnTo>
                  <a:lnTo>
                    <a:pt x="369" y="120"/>
                  </a:lnTo>
                  <a:lnTo>
                    <a:pt x="369" y="1042"/>
                  </a:lnTo>
                  <a:lnTo>
                    <a:pt x="511" y="1042"/>
                  </a:lnTo>
                  <a:lnTo>
                    <a:pt x="511" y="120"/>
                  </a:lnTo>
                  <a:lnTo>
                    <a:pt x="879" y="120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g2d9969011a9_1_784"/>
          <p:cNvGrpSpPr/>
          <p:nvPr/>
        </p:nvGrpSpPr>
        <p:grpSpPr>
          <a:xfrm>
            <a:off x="7547159" y="2477280"/>
            <a:ext cx="1533697" cy="1524515"/>
            <a:chOff x="5707539" y="420046"/>
            <a:chExt cx="3172073" cy="3152429"/>
          </a:xfrm>
        </p:grpSpPr>
        <p:sp>
          <p:nvSpPr>
            <p:cNvPr id="689" name="Google Shape;689;g2d9969011a9_1_784"/>
            <p:cNvSpPr/>
            <p:nvPr/>
          </p:nvSpPr>
          <p:spPr>
            <a:xfrm>
              <a:off x="7041269" y="1230858"/>
              <a:ext cx="219323" cy="454869"/>
            </a:xfrm>
            <a:custGeom>
              <a:rect b="b" l="l" r="r" t="t"/>
              <a:pathLst>
                <a:path extrusionOk="0" h="1738" w="838">
                  <a:moveTo>
                    <a:pt x="451" y="1"/>
                  </a:moveTo>
                  <a:cubicBezTo>
                    <a:pt x="406" y="1"/>
                    <a:pt x="358" y="49"/>
                    <a:pt x="358" y="94"/>
                  </a:cubicBezTo>
                  <a:lnTo>
                    <a:pt x="358" y="888"/>
                  </a:lnTo>
                  <a:lnTo>
                    <a:pt x="358" y="888"/>
                  </a:lnTo>
                  <a:cubicBezTo>
                    <a:pt x="268" y="914"/>
                    <a:pt x="188" y="966"/>
                    <a:pt x="127" y="1024"/>
                  </a:cubicBezTo>
                  <a:cubicBezTo>
                    <a:pt x="49" y="1102"/>
                    <a:pt x="1" y="1210"/>
                    <a:pt x="1" y="1321"/>
                  </a:cubicBezTo>
                  <a:cubicBezTo>
                    <a:pt x="1" y="1444"/>
                    <a:pt x="64" y="1567"/>
                    <a:pt x="172" y="1645"/>
                  </a:cubicBezTo>
                  <a:cubicBezTo>
                    <a:pt x="250" y="1708"/>
                    <a:pt x="343" y="1738"/>
                    <a:pt x="451" y="1738"/>
                  </a:cubicBezTo>
                  <a:cubicBezTo>
                    <a:pt x="529" y="1738"/>
                    <a:pt x="607" y="1708"/>
                    <a:pt x="685" y="1660"/>
                  </a:cubicBezTo>
                  <a:cubicBezTo>
                    <a:pt x="745" y="1630"/>
                    <a:pt x="778" y="1567"/>
                    <a:pt x="808" y="1522"/>
                  </a:cubicBezTo>
                  <a:cubicBezTo>
                    <a:pt x="838" y="1459"/>
                    <a:pt x="838" y="1396"/>
                    <a:pt x="838" y="1351"/>
                  </a:cubicBezTo>
                  <a:cubicBezTo>
                    <a:pt x="838" y="1303"/>
                    <a:pt x="838" y="1273"/>
                    <a:pt x="823" y="1243"/>
                  </a:cubicBezTo>
                  <a:cubicBezTo>
                    <a:pt x="823" y="1180"/>
                    <a:pt x="763" y="1165"/>
                    <a:pt x="715" y="1165"/>
                  </a:cubicBezTo>
                  <a:cubicBezTo>
                    <a:pt x="670" y="1180"/>
                    <a:pt x="637" y="1243"/>
                    <a:pt x="652" y="1288"/>
                  </a:cubicBezTo>
                  <a:lnTo>
                    <a:pt x="652" y="1351"/>
                  </a:lnTo>
                  <a:cubicBezTo>
                    <a:pt x="652" y="1381"/>
                    <a:pt x="652" y="1414"/>
                    <a:pt x="637" y="1444"/>
                  </a:cubicBezTo>
                  <a:cubicBezTo>
                    <a:pt x="622" y="1459"/>
                    <a:pt x="607" y="1489"/>
                    <a:pt x="577" y="1507"/>
                  </a:cubicBezTo>
                  <a:cubicBezTo>
                    <a:pt x="544" y="1537"/>
                    <a:pt x="499" y="1552"/>
                    <a:pt x="451" y="1552"/>
                  </a:cubicBezTo>
                  <a:cubicBezTo>
                    <a:pt x="391" y="1552"/>
                    <a:pt x="328" y="1522"/>
                    <a:pt x="280" y="1489"/>
                  </a:cubicBezTo>
                  <a:cubicBezTo>
                    <a:pt x="220" y="1444"/>
                    <a:pt x="187" y="1381"/>
                    <a:pt x="187" y="1321"/>
                  </a:cubicBezTo>
                  <a:cubicBezTo>
                    <a:pt x="187" y="1258"/>
                    <a:pt x="220" y="1195"/>
                    <a:pt x="265" y="1150"/>
                  </a:cubicBezTo>
                  <a:cubicBezTo>
                    <a:pt x="313" y="1102"/>
                    <a:pt x="373" y="1072"/>
                    <a:pt x="451" y="1057"/>
                  </a:cubicBezTo>
                  <a:cubicBezTo>
                    <a:pt x="499" y="1057"/>
                    <a:pt x="544" y="1024"/>
                    <a:pt x="544" y="964"/>
                  </a:cubicBezTo>
                  <a:lnTo>
                    <a:pt x="544" y="94"/>
                  </a:lnTo>
                  <a:cubicBezTo>
                    <a:pt x="544" y="49"/>
                    <a:pt x="514" y="1"/>
                    <a:pt x="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2d9969011a9_1_784"/>
            <p:cNvSpPr/>
            <p:nvPr/>
          </p:nvSpPr>
          <p:spPr>
            <a:xfrm>
              <a:off x="7138629" y="716053"/>
              <a:ext cx="48942" cy="556155"/>
            </a:xfrm>
            <a:custGeom>
              <a:rect b="b" l="l" r="r" t="t"/>
              <a:pathLst>
                <a:path extrusionOk="0" h="2125" w="187">
                  <a:moveTo>
                    <a:pt x="94" y="0"/>
                  </a:moveTo>
                  <a:cubicBezTo>
                    <a:pt x="34" y="0"/>
                    <a:pt x="1" y="48"/>
                    <a:pt x="1" y="93"/>
                  </a:cubicBezTo>
                  <a:lnTo>
                    <a:pt x="1" y="2031"/>
                  </a:lnTo>
                  <a:cubicBezTo>
                    <a:pt x="1" y="2079"/>
                    <a:pt x="34" y="2124"/>
                    <a:pt x="94" y="2124"/>
                  </a:cubicBezTo>
                  <a:cubicBezTo>
                    <a:pt x="142" y="2124"/>
                    <a:pt x="187" y="2079"/>
                    <a:pt x="187" y="2031"/>
                  </a:cubicBezTo>
                  <a:lnTo>
                    <a:pt x="187" y="93"/>
                  </a:lnTo>
                  <a:cubicBezTo>
                    <a:pt x="187" y="48"/>
                    <a:pt x="142" y="0"/>
                    <a:pt x="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2d9969011a9_1_784"/>
            <p:cNvSpPr/>
            <p:nvPr/>
          </p:nvSpPr>
          <p:spPr>
            <a:xfrm>
              <a:off x="7086023" y="1150248"/>
              <a:ext cx="150229" cy="256224"/>
            </a:xfrm>
            <a:custGeom>
              <a:rect b="b" l="l" r="r" t="t"/>
              <a:pathLst>
                <a:path extrusionOk="0" h="979" w="574">
                  <a:moveTo>
                    <a:pt x="202" y="0"/>
                  </a:moveTo>
                  <a:cubicBezTo>
                    <a:pt x="94" y="0"/>
                    <a:pt x="1" y="93"/>
                    <a:pt x="1" y="201"/>
                  </a:cubicBezTo>
                  <a:lnTo>
                    <a:pt x="1" y="774"/>
                  </a:lnTo>
                  <a:cubicBezTo>
                    <a:pt x="1" y="885"/>
                    <a:pt x="94" y="978"/>
                    <a:pt x="202" y="978"/>
                  </a:cubicBezTo>
                  <a:lnTo>
                    <a:pt x="373" y="978"/>
                  </a:lnTo>
                  <a:cubicBezTo>
                    <a:pt x="499" y="978"/>
                    <a:pt x="574" y="885"/>
                    <a:pt x="574" y="774"/>
                  </a:cubicBezTo>
                  <a:lnTo>
                    <a:pt x="574" y="201"/>
                  </a:lnTo>
                  <a:cubicBezTo>
                    <a:pt x="574" y="93"/>
                    <a:pt x="499" y="0"/>
                    <a:pt x="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2d9969011a9_1_784"/>
            <p:cNvSpPr/>
            <p:nvPr/>
          </p:nvSpPr>
          <p:spPr>
            <a:xfrm>
              <a:off x="7131039" y="1736765"/>
              <a:ext cx="1407805" cy="622894"/>
            </a:xfrm>
            <a:custGeom>
              <a:rect b="b" l="l" r="r" t="t"/>
              <a:pathLst>
                <a:path extrusionOk="0" h="2380" w="5379">
                  <a:moveTo>
                    <a:pt x="69" y="0"/>
                  </a:moveTo>
                  <a:cubicBezTo>
                    <a:pt x="47" y="0"/>
                    <a:pt x="26" y="15"/>
                    <a:pt x="15" y="39"/>
                  </a:cubicBezTo>
                  <a:cubicBezTo>
                    <a:pt x="0" y="69"/>
                    <a:pt x="15" y="99"/>
                    <a:pt x="48" y="114"/>
                  </a:cubicBezTo>
                  <a:lnTo>
                    <a:pt x="2883" y="1788"/>
                  </a:lnTo>
                  <a:cubicBezTo>
                    <a:pt x="2891" y="1793"/>
                    <a:pt x="2901" y="1795"/>
                    <a:pt x="2911" y="1795"/>
                  </a:cubicBezTo>
                  <a:cubicBezTo>
                    <a:pt x="2937" y="1795"/>
                    <a:pt x="2965" y="1779"/>
                    <a:pt x="2976" y="1758"/>
                  </a:cubicBezTo>
                  <a:cubicBezTo>
                    <a:pt x="2991" y="1728"/>
                    <a:pt x="2976" y="1695"/>
                    <a:pt x="2946" y="1680"/>
                  </a:cubicBezTo>
                  <a:lnTo>
                    <a:pt x="978" y="519"/>
                  </a:lnTo>
                  <a:lnTo>
                    <a:pt x="5286" y="2379"/>
                  </a:lnTo>
                  <a:cubicBezTo>
                    <a:pt x="5316" y="2379"/>
                    <a:pt x="5349" y="2364"/>
                    <a:pt x="5364" y="2331"/>
                  </a:cubicBezTo>
                  <a:cubicBezTo>
                    <a:pt x="5379" y="2301"/>
                    <a:pt x="5364" y="2271"/>
                    <a:pt x="5330" y="2253"/>
                  </a:cubicBezTo>
                  <a:lnTo>
                    <a:pt x="93" y="6"/>
                  </a:lnTo>
                  <a:cubicBezTo>
                    <a:pt x="85" y="2"/>
                    <a:pt x="77" y="0"/>
                    <a:pt x="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2d9969011a9_1_784"/>
            <p:cNvSpPr/>
            <p:nvPr/>
          </p:nvSpPr>
          <p:spPr>
            <a:xfrm>
              <a:off x="5711465" y="1738073"/>
              <a:ext cx="1456747" cy="476854"/>
            </a:xfrm>
            <a:custGeom>
              <a:rect b="b" l="l" r="r" t="t"/>
              <a:pathLst>
                <a:path extrusionOk="0" h="1822" w="5566">
                  <a:moveTo>
                    <a:pt x="5487" y="1"/>
                  </a:moveTo>
                  <a:lnTo>
                    <a:pt x="45" y="1597"/>
                  </a:lnTo>
                  <a:cubicBezTo>
                    <a:pt x="16" y="1615"/>
                    <a:pt x="1" y="1645"/>
                    <a:pt x="1" y="1675"/>
                  </a:cubicBezTo>
                  <a:cubicBezTo>
                    <a:pt x="13" y="1702"/>
                    <a:pt x="35" y="1727"/>
                    <a:pt x="61" y="1727"/>
                  </a:cubicBezTo>
                  <a:cubicBezTo>
                    <a:pt x="67" y="1727"/>
                    <a:pt x="73" y="1726"/>
                    <a:pt x="79" y="1723"/>
                  </a:cubicBezTo>
                  <a:lnTo>
                    <a:pt x="5037" y="265"/>
                  </a:lnTo>
                  <a:lnTo>
                    <a:pt x="5037" y="265"/>
                  </a:lnTo>
                  <a:lnTo>
                    <a:pt x="2571" y="1708"/>
                  </a:lnTo>
                  <a:cubicBezTo>
                    <a:pt x="2541" y="1723"/>
                    <a:pt x="2541" y="1768"/>
                    <a:pt x="2556" y="1783"/>
                  </a:cubicBezTo>
                  <a:cubicBezTo>
                    <a:pt x="2567" y="1807"/>
                    <a:pt x="2588" y="1822"/>
                    <a:pt x="2610" y="1822"/>
                  </a:cubicBezTo>
                  <a:cubicBezTo>
                    <a:pt x="2618" y="1822"/>
                    <a:pt x="2626" y="1820"/>
                    <a:pt x="2634" y="1816"/>
                  </a:cubicBezTo>
                  <a:lnTo>
                    <a:pt x="5532" y="109"/>
                  </a:lnTo>
                  <a:cubicBezTo>
                    <a:pt x="5565" y="94"/>
                    <a:pt x="5565" y="64"/>
                    <a:pt x="5547" y="34"/>
                  </a:cubicBezTo>
                  <a:cubicBezTo>
                    <a:pt x="5547" y="1"/>
                    <a:pt x="5517" y="1"/>
                    <a:pt x="5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2d9969011a9_1_784"/>
            <p:cNvSpPr/>
            <p:nvPr/>
          </p:nvSpPr>
          <p:spPr>
            <a:xfrm>
              <a:off x="7131039" y="1611924"/>
              <a:ext cx="41090" cy="168024"/>
            </a:xfrm>
            <a:custGeom>
              <a:rect b="b" l="l" r="r" t="t"/>
              <a:pathLst>
                <a:path extrusionOk="0" h="642" w="157">
                  <a:moveTo>
                    <a:pt x="78" y="0"/>
                  </a:moveTo>
                  <a:cubicBezTo>
                    <a:pt x="39" y="0"/>
                    <a:pt x="0" y="27"/>
                    <a:pt x="0" y="81"/>
                  </a:cubicBezTo>
                  <a:lnTo>
                    <a:pt x="0" y="561"/>
                  </a:lnTo>
                  <a:cubicBezTo>
                    <a:pt x="0" y="615"/>
                    <a:pt x="39" y="642"/>
                    <a:pt x="78" y="642"/>
                  </a:cubicBezTo>
                  <a:cubicBezTo>
                    <a:pt x="117" y="642"/>
                    <a:pt x="156" y="615"/>
                    <a:pt x="156" y="561"/>
                  </a:cubicBezTo>
                  <a:lnTo>
                    <a:pt x="156" y="81"/>
                  </a:lnTo>
                  <a:cubicBezTo>
                    <a:pt x="156" y="27"/>
                    <a:pt x="117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2d9969011a9_1_784"/>
            <p:cNvSpPr/>
            <p:nvPr/>
          </p:nvSpPr>
          <p:spPr>
            <a:xfrm>
              <a:off x="7098848" y="1713733"/>
              <a:ext cx="105212" cy="82180"/>
            </a:xfrm>
            <a:custGeom>
              <a:rect b="b" l="l" r="r" t="t"/>
              <a:pathLst>
                <a:path extrusionOk="0" h="314" w="402">
                  <a:moveTo>
                    <a:pt x="201" y="1"/>
                  </a:moveTo>
                  <a:cubicBezTo>
                    <a:pt x="0" y="1"/>
                    <a:pt x="0" y="313"/>
                    <a:pt x="201" y="313"/>
                  </a:cubicBezTo>
                  <a:cubicBezTo>
                    <a:pt x="402" y="313"/>
                    <a:pt x="402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2d9969011a9_1_784"/>
            <p:cNvSpPr/>
            <p:nvPr/>
          </p:nvSpPr>
          <p:spPr>
            <a:xfrm>
              <a:off x="5707539" y="2160753"/>
              <a:ext cx="2835240" cy="1411718"/>
            </a:xfrm>
            <a:custGeom>
              <a:rect b="b" l="l" r="r" t="t"/>
              <a:pathLst>
                <a:path extrusionOk="0" h="5394" w="10833">
                  <a:moveTo>
                    <a:pt x="1" y="0"/>
                  </a:moveTo>
                  <a:lnTo>
                    <a:pt x="1" y="4973"/>
                  </a:lnTo>
                  <a:lnTo>
                    <a:pt x="8352" y="4973"/>
                  </a:lnTo>
                  <a:lnTo>
                    <a:pt x="10833" y="5394"/>
                  </a:lnTo>
                  <a:lnTo>
                    <a:pt x="10833" y="759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2d9969011a9_1_784"/>
            <p:cNvSpPr/>
            <p:nvPr/>
          </p:nvSpPr>
          <p:spPr>
            <a:xfrm>
              <a:off x="5707539" y="3462291"/>
              <a:ext cx="2835240" cy="110184"/>
            </a:xfrm>
            <a:custGeom>
              <a:rect b="b" l="l" r="r" t="t"/>
              <a:pathLst>
                <a:path extrusionOk="0" h="421" w="10833">
                  <a:moveTo>
                    <a:pt x="1" y="0"/>
                  </a:moveTo>
                  <a:lnTo>
                    <a:pt x="1005" y="421"/>
                  </a:lnTo>
                  <a:lnTo>
                    <a:pt x="10833" y="421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g2d9969011a9_1_784"/>
            <p:cNvSpPr/>
            <p:nvPr/>
          </p:nvSpPr>
          <p:spPr>
            <a:xfrm>
              <a:off x="770342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2d9969011a9_1_784"/>
            <p:cNvSpPr/>
            <p:nvPr/>
          </p:nvSpPr>
          <p:spPr>
            <a:xfrm>
              <a:off x="7597165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2d9969011a9_1_784"/>
            <p:cNvSpPr/>
            <p:nvPr/>
          </p:nvSpPr>
          <p:spPr>
            <a:xfrm>
              <a:off x="7499804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2d9969011a9_1_784"/>
            <p:cNvSpPr/>
            <p:nvPr/>
          </p:nvSpPr>
          <p:spPr>
            <a:xfrm>
              <a:off x="7398518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" y="0"/>
                  </a:moveTo>
                  <a:lnTo>
                    <a:pt x="1" y="4230"/>
                  </a:lnTo>
                  <a:lnTo>
                    <a:pt x="124" y="4230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2d9969011a9_1_784"/>
            <p:cNvSpPr/>
            <p:nvPr/>
          </p:nvSpPr>
          <p:spPr>
            <a:xfrm>
              <a:off x="729356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2d9969011a9_1_784"/>
            <p:cNvSpPr/>
            <p:nvPr/>
          </p:nvSpPr>
          <p:spPr>
            <a:xfrm>
              <a:off x="7187310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2d9969011a9_1_784"/>
            <p:cNvSpPr/>
            <p:nvPr/>
          </p:nvSpPr>
          <p:spPr>
            <a:xfrm>
              <a:off x="7089949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2d9969011a9_1_784"/>
            <p:cNvSpPr/>
            <p:nvPr/>
          </p:nvSpPr>
          <p:spPr>
            <a:xfrm>
              <a:off x="6988663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2d9969011a9_1_784"/>
            <p:cNvSpPr/>
            <p:nvPr/>
          </p:nvSpPr>
          <p:spPr>
            <a:xfrm>
              <a:off x="6891303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2d9969011a9_1_784"/>
            <p:cNvSpPr/>
            <p:nvPr/>
          </p:nvSpPr>
          <p:spPr>
            <a:xfrm>
              <a:off x="678635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2d9969011a9_1_784"/>
            <p:cNvSpPr/>
            <p:nvPr/>
          </p:nvSpPr>
          <p:spPr>
            <a:xfrm>
              <a:off x="6688993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2d9969011a9_1_784"/>
            <p:cNvSpPr/>
            <p:nvPr/>
          </p:nvSpPr>
          <p:spPr>
            <a:xfrm>
              <a:off x="6591632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2d9969011a9_1_784"/>
            <p:cNvSpPr/>
            <p:nvPr/>
          </p:nvSpPr>
          <p:spPr>
            <a:xfrm>
              <a:off x="6481448" y="2258113"/>
              <a:ext cx="33500" cy="1107076"/>
            </a:xfrm>
            <a:custGeom>
              <a:rect b="b" l="l" r="r" t="t"/>
              <a:pathLst>
                <a:path extrusionOk="0" h="4230" w="128">
                  <a:moveTo>
                    <a:pt x="1" y="0"/>
                  </a:moveTo>
                  <a:lnTo>
                    <a:pt x="1" y="4230"/>
                  </a:lnTo>
                  <a:lnTo>
                    <a:pt x="127" y="423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2d9969011a9_1_784"/>
            <p:cNvSpPr/>
            <p:nvPr/>
          </p:nvSpPr>
          <p:spPr>
            <a:xfrm>
              <a:off x="637649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2d9969011a9_1_784"/>
            <p:cNvSpPr/>
            <p:nvPr/>
          </p:nvSpPr>
          <p:spPr>
            <a:xfrm>
              <a:off x="6279138" y="2258113"/>
              <a:ext cx="32192" cy="1107076"/>
            </a:xfrm>
            <a:custGeom>
              <a:rect b="b" l="l" r="r" t="t"/>
              <a:pathLst>
                <a:path extrusionOk="0" h="4230" w="123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2d9969011a9_1_784"/>
            <p:cNvSpPr/>
            <p:nvPr/>
          </p:nvSpPr>
          <p:spPr>
            <a:xfrm>
              <a:off x="6181777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2d9969011a9_1_784"/>
            <p:cNvSpPr/>
            <p:nvPr/>
          </p:nvSpPr>
          <p:spPr>
            <a:xfrm>
              <a:off x="6080491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2d9969011a9_1_784"/>
            <p:cNvSpPr/>
            <p:nvPr/>
          </p:nvSpPr>
          <p:spPr>
            <a:xfrm>
              <a:off x="5983131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2d9969011a9_1_784"/>
            <p:cNvSpPr/>
            <p:nvPr/>
          </p:nvSpPr>
          <p:spPr>
            <a:xfrm>
              <a:off x="5889697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2d9969011a9_1_784"/>
            <p:cNvSpPr/>
            <p:nvPr/>
          </p:nvSpPr>
          <p:spPr>
            <a:xfrm>
              <a:off x="5792336" y="2258113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0" y="0"/>
                  </a:moveTo>
                  <a:lnTo>
                    <a:pt x="0" y="4230"/>
                  </a:lnTo>
                  <a:lnTo>
                    <a:pt x="123" y="423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2d9969011a9_1_784"/>
            <p:cNvSpPr/>
            <p:nvPr/>
          </p:nvSpPr>
          <p:spPr>
            <a:xfrm>
              <a:off x="8266909" y="2258113"/>
              <a:ext cx="8113" cy="262"/>
            </a:xfrm>
            <a:custGeom>
              <a:rect b="b" l="l" r="r" t="t"/>
              <a:pathLst>
                <a:path extrusionOk="0" h="1" w="31">
                  <a:moveTo>
                    <a:pt x="3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2d9969011a9_1_784"/>
            <p:cNvSpPr/>
            <p:nvPr/>
          </p:nvSpPr>
          <p:spPr>
            <a:xfrm>
              <a:off x="5707539" y="2160753"/>
              <a:ext cx="2835240" cy="243661"/>
            </a:xfrm>
            <a:custGeom>
              <a:rect b="b" l="l" r="r" t="t"/>
              <a:pathLst>
                <a:path extrusionOk="0" h="931" w="10833">
                  <a:moveTo>
                    <a:pt x="1" y="0"/>
                  </a:moveTo>
                  <a:lnTo>
                    <a:pt x="1" y="372"/>
                  </a:lnTo>
                  <a:lnTo>
                    <a:pt x="8352" y="372"/>
                  </a:lnTo>
                  <a:lnTo>
                    <a:pt x="10833" y="930"/>
                  </a:lnTo>
                  <a:lnTo>
                    <a:pt x="10833" y="651"/>
                  </a:lnTo>
                  <a:lnTo>
                    <a:pt x="8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2d9969011a9_1_784"/>
            <p:cNvSpPr/>
            <p:nvPr/>
          </p:nvSpPr>
          <p:spPr>
            <a:xfrm>
              <a:off x="5707539" y="3364931"/>
              <a:ext cx="2835240" cy="207544"/>
            </a:xfrm>
            <a:custGeom>
              <a:rect b="b" l="l" r="r" t="t"/>
              <a:pathLst>
                <a:path extrusionOk="0" h="793" w="10833">
                  <a:moveTo>
                    <a:pt x="1" y="1"/>
                  </a:moveTo>
                  <a:lnTo>
                    <a:pt x="1" y="372"/>
                  </a:lnTo>
                  <a:lnTo>
                    <a:pt x="8352" y="372"/>
                  </a:lnTo>
                  <a:lnTo>
                    <a:pt x="10833" y="793"/>
                  </a:lnTo>
                  <a:lnTo>
                    <a:pt x="10833" y="465"/>
                  </a:lnTo>
                  <a:lnTo>
                    <a:pt x="83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2d9969011a9_1_784"/>
            <p:cNvSpPr/>
            <p:nvPr/>
          </p:nvSpPr>
          <p:spPr>
            <a:xfrm>
              <a:off x="7836639" y="2160753"/>
              <a:ext cx="56794" cy="1301795"/>
            </a:xfrm>
            <a:custGeom>
              <a:rect b="b" l="l" r="r" t="t"/>
              <a:pathLst>
                <a:path extrusionOk="0" h="4974" w="217">
                  <a:moveTo>
                    <a:pt x="1" y="0"/>
                  </a:moveTo>
                  <a:lnTo>
                    <a:pt x="1" y="4973"/>
                  </a:lnTo>
                  <a:lnTo>
                    <a:pt x="217" y="497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2d9969011a9_1_784"/>
            <p:cNvSpPr/>
            <p:nvPr/>
          </p:nvSpPr>
          <p:spPr>
            <a:xfrm>
              <a:off x="7893171" y="2258113"/>
              <a:ext cx="365365" cy="1176170"/>
            </a:xfrm>
            <a:custGeom>
              <a:rect b="b" l="l" r="r" t="t"/>
              <a:pathLst>
                <a:path extrusionOk="0" h="4494" w="1396">
                  <a:moveTo>
                    <a:pt x="1" y="0"/>
                  </a:moveTo>
                  <a:lnTo>
                    <a:pt x="1" y="4230"/>
                  </a:lnTo>
                  <a:lnTo>
                    <a:pt x="265" y="4293"/>
                  </a:lnTo>
                  <a:lnTo>
                    <a:pt x="265" y="60"/>
                  </a:lnTo>
                  <a:lnTo>
                    <a:pt x="1" y="0"/>
                  </a:lnTo>
                  <a:close/>
                  <a:moveTo>
                    <a:pt x="391" y="75"/>
                  </a:moveTo>
                  <a:lnTo>
                    <a:pt x="391" y="4308"/>
                  </a:lnTo>
                  <a:lnTo>
                    <a:pt x="577" y="4337"/>
                  </a:lnTo>
                  <a:lnTo>
                    <a:pt x="577" y="123"/>
                  </a:lnTo>
                  <a:lnTo>
                    <a:pt x="391" y="75"/>
                  </a:lnTo>
                  <a:close/>
                  <a:moveTo>
                    <a:pt x="700" y="153"/>
                  </a:moveTo>
                  <a:lnTo>
                    <a:pt x="700" y="4371"/>
                  </a:lnTo>
                  <a:lnTo>
                    <a:pt x="901" y="4401"/>
                  </a:lnTo>
                  <a:lnTo>
                    <a:pt x="901" y="201"/>
                  </a:lnTo>
                  <a:lnTo>
                    <a:pt x="700" y="153"/>
                  </a:lnTo>
                  <a:close/>
                  <a:moveTo>
                    <a:pt x="1023" y="216"/>
                  </a:moveTo>
                  <a:lnTo>
                    <a:pt x="1023" y="4430"/>
                  </a:lnTo>
                  <a:lnTo>
                    <a:pt x="1180" y="4464"/>
                  </a:lnTo>
                  <a:lnTo>
                    <a:pt x="1180" y="261"/>
                  </a:lnTo>
                  <a:lnTo>
                    <a:pt x="1023" y="216"/>
                  </a:lnTo>
                  <a:close/>
                  <a:moveTo>
                    <a:pt x="1302" y="294"/>
                  </a:moveTo>
                  <a:lnTo>
                    <a:pt x="1302" y="4479"/>
                  </a:lnTo>
                  <a:lnTo>
                    <a:pt x="1395" y="4494"/>
                  </a:lnTo>
                  <a:lnTo>
                    <a:pt x="1395" y="309"/>
                  </a:lnTo>
                  <a:lnTo>
                    <a:pt x="1302" y="29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2d9969011a9_1_784"/>
            <p:cNvSpPr/>
            <p:nvPr/>
          </p:nvSpPr>
          <p:spPr>
            <a:xfrm>
              <a:off x="8201740" y="2326160"/>
              <a:ext cx="32454" cy="1104197"/>
            </a:xfrm>
            <a:custGeom>
              <a:rect b="b" l="l" r="r" t="t"/>
              <a:pathLst>
                <a:path extrusionOk="0" h="4219" w="124">
                  <a:moveTo>
                    <a:pt x="1" y="1"/>
                  </a:moveTo>
                  <a:lnTo>
                    <a:pt x="1" y="4204"/>
                  </a:lnTo>
                  <a:lnTo>
                    <a:pt x="123" y="4219"/>
                  </a:lnTo>
                  <a:lnTo>
                    <a:pt x="123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2d9969011a9_1_784"/>
            <p:cNvSpPr/>
            <p:nvPr/>
          </p:nvSpPr>
          <p:spPr>
            <a:xfrm>
              <a:off x="8128720" y="2310719"/>
              <a:ext cx="32454" cy="1107076"/>
            </a:xfrm>
            <a:custGeom>
              <a:rect b="b" l="l" r="r" t="t"/>
              <a:pathLst>
                <a:path extrusionOk="0" h="4230" w="124">
                  <a:moveTo>
                    <a:pt x="1" y="0"/>
                  </a:moveTo>
                  <a:lnTo>
                    <a:pt x="1" y="4200"/>
                  </a:lnTo>
                  <a:lnTo>
                    <a:pt x="123" y="4229"/>
                  </a:lnTo>
                  <a:lnTo>
                    <a:pt x="12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g2d9969011a9_1_784"/>
            <p:cNvSpPr/>
            <p:nvPr/>
          </p:nvSpPr>
          <p:spPr>
            <a:xfrm>
              <a:off x="8044184" y="2290043"/>
              <a:ext cx="32192" cy="1112048"/>
            </a:xfrm>
            <a:custGeom>
              <a:rect b="b" l="l" r="r" t="t"/>
              <a:pathLst>
                <a:path extrusionOk="0" h="4249" w="123">
                  <a:moveTo>
                    <a:pt x="0" y="1"/>
                  </a:moveTo>
                  <a:lnTo>
                    <a:pt x="0" y="4215"/>
                  </a:lnTo>
                  <a:lnTo>
                    <a:pt x="123" y="4249"/>
                  </a:lnTo>
                  <a:lnTo>
                    <a:pt x="123" y="3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2d9969011a9_1_784"/>
            <p:cNvSpPr/>
            <p:nvPr/>
          </p:nvSpPr>
          <p:spPr>
            <a:xfrm>
              <a:off x="7962265" y="2273554"/>
              <a:ext cx="33500" cy="1112048"/>
            </a:xfrm>
            <a:custGeom>
              <a:rect b="b" l="l" r="r" t="t"/>
              <a:pathLst>
                <a:path extrusionOk="0" h="4249" w="128">
                  <a:moveTo>
                    <a:pt x="1" y="1"/>
                  </a:moveTo>
                  <a:lnTo>
                    <a:pt x="1" y="4234"/>
                  </a:lnTo>
                  <a:lnTo>
                    <a:pt x="127" y="4249"/>
                  </a:lnTo>
                  <a:lnTo>
                    <a:pt x="127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2d9969011a9_1_784"/>
            <p:cNvSpPr/>
            <p:nvPr/>
          </p:nvSpPr>
          <p:spPr>
            <a:xfrm>
              <a:off x="8274760" y="2342649"/>
              <a:ext cx="268004" cy="1144240"/>
            </a:xfrm>
            <a:custGeom>
              <a:rect b="b" l="l" r="r" t="t"/>
              <a:pathLst>
                <a:path extrusionOk="0" h="4372" w="1024">
                  <a:moveTo>
                    <a:pt x="1" y="1"/>
                  </a:moveTo>
                  <a:lnTo>
                    <a:pt x="1" y="4185"/>
                  </a:lnTo>
                  <a:lnTo>
                    <a:pt x="64" y="4200"/>
                  </a:lnTo>
                  <a:lnTo>
                    <a:pt x="64" y="16"/>
                  </a:lnTo>
                  <a:lnTo>
                    <a:pt x="1" y="1"/>
                  </a:lnTo>
                  <a:close/>
                  <a:moveTo>
                    <a:pt x="187" y="31"/>
                  </a:moveTo>
                  <a:lnTo>
                    <a:pt x="187" y="4215"/>
                  </a:lnTo>
                  <a:lnTo>
                    <a:pt x="295" y="4234"/>
                  </a:lnTo>
                  <a:lnTo>
                    <a:pt x="295" y="64"/>
                  </a:lnTo>
                  <a:lnTo>
                    <a:pt x="187" y="31"/>
                  </a:lnTo>
                  <a:close/>
                  <a:moveTo>
                    <a:pt x="421" y="94"/>
                  </a:moveTo>
                  <a:lnTo>
                    <a:pt x="421" y="4264"/>
                  </a:lnTo>
                  <a:lnTo>
                    <a:pt x="544" y="4278"/>
                  </a:lnTo>
                  <a:lnTo>
                    <a:pt x="544" y="109"/>
                  </a:lnTo>
                  <a:lnTo>
                    <a:pt x="421" y="94"/>
                  </a:lnTo>
                  <a:close/>
                  <a:moveTo>
                    <a:pt x="667" y="142"/>
                  </a:moveTo>
                  <a:lnTo>
                    <a:pt x="667" y="4308"/>
                  </a:lnTo>
                  <a:lnTo>
                    <a:pt x="760" y="4327"/>
                  </a:lnTo>
                  <a:lnTo>
                    <a:pt x="760" y="172"/>
                  </a:lnTo>
                  <a:lnTo>
                    <a:pt x="667" y="142"/>
                  </a:lnTo>
                  <a:close/>
                  <a:moveTo>
                    <a:pt x="886" y="187"/>
                  </a:moveTo>
                  <a:lnTo>
                    <a:pt x="886" y="4342"/>
                  </a:lnTo>
                  <a:lnTo>
                    <a:pt x="1024" y="4371"/>
                  </a:lnTo>
                  <a:lnTo>
                    <a:pt x="1024" y="235"/>
                  </a:lnTo>
                  <a:lnTo>
                    <a:pt x="886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2d9969011a9_1_784"/>
            <p:cNvSpPr/>
            <p:nvPr/>
          </p:nvSpPr>
          <p:spPr>
            <a:xfrm>
              <a:off x="8291249" y="2346575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" y="1"/>
                  </a:moveTo>
                  <a:lnTo>
                    <a:pt x="1" y="4185"/>
                  </a:lnTo>
                  <a:lnTo>
                    <a:pt x="124" y="4200"/>
                  </a:lnTo>
                  <a:lnTo>
                    <a:pt x="124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2d9969011a9_1_784"/>
            <p:cNvSpPr/>
            <p:nvPr/>
          </p:nvSpPr>
          <p:spPr>
            <a:xfrm>
              <a:off x="8351706" y="2359399"/>
              <a:ext cx="33500" cy="1099224"/>
            </a:xfrm>
            <a:custGeom>
              <a:rect b="b" l="l" r="r" t="t"/>
              <a:pathLst>
                <a:path extrusionOk="0" h="4200" w="128">
                  <a:moveTo>
                    <a:pt x="1" y="0"/>
                  </a:moveTo>
                  <a:lnTo>
                    <a:pt x="1" y="4170"/>
                  </a:lnTo>
                  <a:lnTo>
                    <a:pt x="127" y="4200"/>
                  </a:lnTo>
                  <a:lnTo>
                    <a:pt x="127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2d9969011a9_1_784"/>
            <p:cNvSpPr/>
            <p:nvPr/>
          </p:nvSpPr>
          <p:spPr>
            <a:xfrm>
              <a:off x="8416875" y="2370915"/>
              <a:ext cx="32454" cy="1099486"/>
            </a:xfrm>
            <a:custGeom>
              <a:rect b="b" l="l" r="r" t="t"/>
              <a:pathLst>
                <a:path extrusionOk="0" h="4201" w="124">
                  <a:moveTo>
                    <a:pt x="1" y="1"/>
                  </a:moveTo>
                  <a:lnTo>
                    <a:pt x="1" y="4170"/>
                  </a:lnTo>
                  <a:lnTo>
                    <a:pt x="124" y="4200"/>
                  </a:lnTo>
                  <a:lnTo>
                    <a:pt x="124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g2d9969011a9_1_784"/>
            <p:cNvSpPr/>
            <p:nvPr/>
          </p:nvSpPr>
          <p:spPr>
            <a:xfrm>
              <a:off x="8473407" y="2387403"/>
              <a:ext cx="33239" cy="1091634"/>
            </a:xfrm>
            <a:custGeom>
              <a:rect b="b" l="l" r="r" t="t"/>
              <a:pathLst>
                <a:path extrusionOk="0" h="4171" w="127">
                  <a:moveTo>
                    <a:pt x="1" y="1"/>
                  </a:moveTo>
                  <a:lnTo>
                    <a:pt x="1" y="4156"/>
                  </a:lnTo>
                  <a:lnTo>
                    <a:pt x="127" y="4171"/>
                  </a:lnTo>
                  <a:lnTo>
                    <a:pt x="127" y="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g2d9969011a9_1_784"/>
            <p:cNvSpPr/>
            <p:nvPr/>
          </p:nvSpPr>
          <p:spPr>
            <a:xfrm>
              <a:off x="8258272" y="2338723"/>
              <a:ext cx="16750" cy="1099486"/>
            </a:xfrm>
            <a:custGeom>
              <a:rect b="b" l="l" r="r" t="t"/>
              <a:pathLst>
                <a:path extrusionOk="0" h="4201" w="64">
                  <a:moveTo>
                    <a:pt x="0" y="1"/>
                  </a:moveTo>
                  <a:lnTo>
                    <a:pt x="0" y="4186"/>
                  </a:lnTo>
                  <a:lnTo>
                    <a:pt x="64" y="4200"/>
                  </a:lnTo>
                  <a:lnTo>
                    <a:pt x="64" y="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g2d9969011a9_1_784"/>
            <p:cNvSpPr/>
            <p:nvPr/>
          </p:nvSpPr>
          <p:spPr>
            <a:xfrm>
              <a:off x="7893171" y="2160753"/>
              <a:ext cx="649595" cy="243661"/>
            </a:xfrm>
            <a:custGeom>
              <a:rect b="b" l="l" r="r" t="t"/>
              <a:pathLst>
                <a:path extrusionOk="0" h="931" w="2482">
                  <a:moveTo>
                    <a:pt x="1" y="0"/>
                  </a:moveTo>
                  <a:lnTo>
                    <a:pt x="1" y="372"/>
                  </a:lnTo>
                  <a:lnTo>
                    <a:pt x="265" y="432"/>
                  </a:lnTo>
                  <a:lnTo>
                    <a:pt x="391" y="447"/>
                  </a:lnTo>
                  <a:lnTo>
                    <a:pt x="577" y="495"/>
                  </a:lnTo>
                  <a:lnTo>
                    <a:pt x="700" y="525"/>
                  </a:lnTo>
                  <a:lnTo>
                    <a:pt x="901" y="573"/>
                  </a:lnTo>
                  <a:lnTo>
                    <a:pt x="1023" y="588"/>
                  </a:lnTo>
                  <a:lnTo>
                    <a:pt x="1180" y="633"/>
                  </a:lnTo>
                  <a:lnTo>
                    <a:pt x="1302" y="666"/>
                  </a:lnTo>
                  <a:lnTo>
                    <a:pt x="1395" y="681"/>
                  </a:lnTo>
                  <a:lnTo>
                    <a:pt x="1459" y="696"/>
                  </a:lnTo>
                  <a:lnTo>
                    <a:pt x="1522" y="711"/>
                  </a:lnTo>
                  <a:lnTo>
                    <a:pt x="1645" y="726"/>
                  </a:lnTo>
                  <a:lnTo>
                    <a:pt x="1753" y="759"/>
                  </a:lnTo>
                  <a:lnTo>
                    <a:pt x="1879" y="789"/>
                  </a:lnTo>
                  <a:lnTo>
                    <a:pt x="2002" y="804"/>
                  </a:lnTo>
                  <a:lnTo>
                    <a:pt x="2125" y="837"/>
                  </a:lnTo>
                  <a:lnTo>
                    <a:pt x="2218" y="867"/>
                  </a:lnTo>
                  <a:lnTo>
                    <a:pt x="2344" y="882"/>
                  </a:lnTo>
                  <a:lnTo>
                    <a:pt x="2482" y="930"/>
                  </a:lnTo>
                  <a:lnTo>
                    <a:pt x="2482" y="651"/>
                  </a:lnTo>
                  <a:lnTo>
                    <a:pt x="2359" y="603"/>
                  </a:lnTo>
                  <a:lnTo>
                    <a:pt x="1552" y="402"/>
                  </a:lnTo>
                  <a:lnTo>
                    <a:pt x="1459" y="372"/>
                  </a:lnTo>
                  <a:lnTo>
                    <a:pt x="1429" y="3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2d9969011a9_1_784"/>
            <p:cNvSpPr/>
            <p:nvPr/>
          </p:nvSpPr>
          <p:spPr>
            <a:xfrm>
              <a:off x="7893171" y="3364931"/>
              <a:ext cx="649595" cy="207544"/>
            </a:xfrm>
            <a:custGeom>
              <a:rect b="b" l="l" r="r" t="t"/>
              <a:pathLst>
                <a:path extrusionOk="0" h="793" w="2482">
                  <a:moveTo>
                    <a:pt x="1" y="1"/>
                  </a:moveTo>
                  <a:lnTo>
                    <a:pt x="1" y="372"/>
                  </a:lnTo>
                  <a:lnTo>
                    <a:pt x="2482" y="793"/>
                  </a:lnTo>
                  <a:lnTo>
                    <a:pt x="2482" y="465"/>
                  </a:lnTo>
                  <a:lnTo>
                    <a:pt x="2344" y="436"/>
                  </a:lnTo>
                  <a:lnTo>
                    <a:pt x="2218" y="421"/>
                  </a:lnTo>
                  <a:lnTo>
                    <a:pt x="2125" y="402"/>
                  </a:lnTo>
                  <a:lnTo>
                    <a:pt x="2002" y="372"/>
                  </a:lnTo>
                  <a:lnTo>
                    <a:pt x="1879" y="358"/>
                  </a:lnTo>
                  <a:lnTo>
                    <a:pt x="1753" y="328"/>
                  </a:lnTo>
                  <a:lnTo>
                    <a:pt x="1645" y="309"/>
                  </a:lnTo>
                  <a:lnTo>
                    <a:pt x="1522" y="294"/>
                  </a:lnTo>
                  <a:lnTo>
                    <a:pt x="1459" y="279"/>
                  </a:lnTo>
                  <a:lnTo>
                    <a:pt x="1395" y="265"/>
                  </a:lnTo>
                  <a:lnTo>
                    <a:pt x="1302" y="250"/>
                  </a:lnTo>
                  <a:lnTo>
                    <a:pt x="1180" y="235"/>
                  </a:lnTo>
                  <a:lnTo>
                    <a:pt x="1023" y="201"/>
                  </a:lnTo>
                  <a:lnTo>
                    <a:pt x="901" y="172"/>
                  </a:lnTo>
                  <a:lnTo>
                    <a:pt x="700" y="142"/>
                  </a:lnTo>
                  <a:lnTo>
                    <a:pt x="577" y="108"/>
                  </a:lnTo>
                  <a:lnTo>
                    <a:pt x="391" y="79"/>
                  </a:lnTo>
                  <a:lnTo>
                    <a:pt x="265" y="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2d9969011a9_1_784"/>
            <p:cNvSpPr/>
            <p:nvPr/>
          </p:nvSpPr>
          <p:spPr>
            <a:xfrm>
              <a:off x="6348232" y="420046"/>
              <a:ext cx="2531380" cy="337095"/>
            </a:xfrm>
            <a:custGeom>
              <a:rect b="b" l="l" r="r" t="t"/>
              <a:pathLst>
                <a:path extrusionOk="0" h="1288" w="9672">
                  <a:moveTo>
                    <a:pt x="9549" y="123"/>
                  </a:moveTo>
                  <a:lnTo>
                    <a:pt x="9549" y="1165"/>
                  </a:lnTo>
                  <a:lnTo>
                    <a:pt x="363" y="1165"/>
                  </a:lnTo>
                  <a:lnTo>
                    <a:pt x="1611" y="123"/>
                  </a:lnTo>
                  <a:close/>
                  <a:moveTo>
                    <a:pt x="1566" y="0"/>
                  </a:moveTo>
                  <a:lnTo>
                    <a:pt x="0" y="1287"/>
                  </a:lnTo>
                  <a:lnTo>
                    <a:pt x="9672" y="1287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g2d9969011a9_1_784"/>
            <p:cNvSpPr/>
            <p:nvPr/>
          </p:nvSpPr>
          <p:spPr>
            <a:xfrm>
              <a:off x="6563367" y="420046"/>
              <a:ext cx="2316244" cy="339713"/>
            </a:xfrm>
            <a:custGeom>
              <a:rect b="b" l="l" r="r" t="t"/>
              <a:pathLst>
                <a:path extrusionOk="0" h="1298" w="8850">
                  <a:moveTo>
                    <a:pt x="8786" y="0"/>
                  </a:moveTo>
                  <a:cubicBezTo>
                    <a:pt x="8757" y="0"/>
                    <a:pt x="8727" y="30"/>
                    <a:pt x="8727" y="64"/>
                  </a:cubicBezTo>
                  <a:lnTo>
                    <a:pt x="8727" y="1101"/>
                  </a:lnTo>
                  <a:lnTo>
                    <a:pt x="7406" y="15"/>
                  </a:lnTo>
                  <a:cubicBezTo>
                    <a:pt x="7392" y="8"/>
                    <a:pt x="7377" y="4"/>
                    <a:pt x="7361" y="4"/>
                  </a:cubicBezTo>
                  <a:cubicBezTo>
                    <a:pt x="7346" y="4"/>
                    <a:pt x="7330" y="8"/>
                    <a:pt x="7313" y="15"/>
                  </a:cubicBezTo>
                  <a:lnTo>
                    <a:pt x="6045" y="1146"/>
                  </a:lnTo>
                  <a:lnTo>
                    <a:pt x="4773" y="15"/>
                  </a:lnTo>
                  <a:cubicBezTo>
                    <a:pt x="4758" y="8"/>
                    <a:pt x="4742" y="4"/>
                    <a:pt x="4726" y="4"/>
                  </a:cubicBezTo>
                  <a:cubicBezTo>
                    <a:pt x="4711" y="4"/>
                    <a:pt x="4695" y="8"/>
                    <a:pt x="4680" y="15"/>
                  </a:cubicBezTo>
                  <a:lnTo>
                    <a:pt x="3363" y="1146"/>
                  </a:lnTo>
                  <a:lnTo>
                    <a:pt x="2031" y="15"/>
                  </a:lnTo>
                  <a:cubicBezTo>
                    <a:pt x="2022" y="8"/>
                    <a:pt x="2010" y="4"/>
                    <a:pt x="1997" y="4"/>
                  </a:cubicBezTo>
                  <a:cubicBezTo>
                    <a:pt x="1983" y="4"/>
                    <a:pt x="1968" y="8"/>
                    <a:pt x="1953" y="15"/>
                  </a:cubicBezTo>
                  <a:lnTo>
                    <a:pt x="774" y="1146"/>
                  </a:lnTo>
                  <a:lnTo>
                    <a:pt x="108" y="607"/>
                  </a:lnTo>
                  <a:cubicBezTo>
                    <a:pt x="93" y="590"/>
                    <a:pt x="74" y="582"/>
                    <a:pt x="56" y="582"/>
                  </a:cubicBezTo>
                  <a:cubicBezTo>
                    <a:pt x="39" y="582"/>
                    <a:pt x="23" y="590"/>
                    <a:pt x="15" y="607"/>
                  </a:cubicBezTo>
                  <a:cubicBezTo>
                    <a:pt x="0" y="636"/>
                    <a:pt x="0" y="666"/>
                    <a:pt x="30" y="700"/>
                  </a:cubicBezTo>
                  <a:lnTo>
                    <a:pt x="729" y="1287"/>
                  </a:lnTo>
                  <a:cubicBezTo>
                    <a:pt x="742" y="1294"/>
                    <a:pt x="754" y="1297"/>
                    <a:pt x="767" y="1297"/>
                  </a:cubicBezTo>
                  <a:cubicBezTo>
                    <a:pt x="785" y="1297"/>
                    <a:pt x="803" y="1290"/>
                    <a:pt x="822" y="1272"/>
                  </a:cubicBezTo>
                  <a:lnTo>
                    <a:pt x="1998" y="142"/>
                  </a:lnTo>
                  <a:lnTo>
                    <a:pt x="3333" y="1272"/>
                  </a:lnTo>
                  <a:cubicBezTo>
                    <a:pt x="3341" y="1287"/>
                    <a:pt x="3352" y="1295"/>
                    <a:pt x="3365" y="1295"/>
                  </a:cubicBezTo>
                  <a:cubicBezTo>
                    <a:pt x="3378" y="1295"/>
                    <a:pt x="3393" y="1287"/>
                    <a:pt x="3408" y="1272"/>
                  </a:cubicBezTo>
                  <a:lnTo>
                    <a:pt x="4728" y="142"/>
                  </a:lnTo>
                  <a:lnTo>
                    <a:pt x="5997" y="1272"/>
                  </a:lnTo>
                  <a:cubicBezTo>
                    <a:pt x="6004" y="1287"/>
                    <a:pt x="6020" y="1295"/>
                    <a:pt x="6036" y="1295"/>
                  </a:cubicBezTo>
                  <a:cubicBezTo>
                    <a:pt x="6051" y="1295"/>
                    <a:pt x="6067" y="1287"/>
                    <a:pt x="6075" y="1272"/>
                  </a:cubicBezTo>
                  <a:lnTo>
                    <a:pt x="7362" y="142"/>
                  </a:lnTo>
                  <a:lnTo>
                    <a:pt x="8742" y="1287"/>
                  </a:lnTo>
                  <a:cubicBezTo>
                    <a:pt x="8752" y="1287"/>
                    <a:pt x="8768" y="1294"/>
                    <a:pt x="8783" y="1294"/>
                  </a:cubicBezTo>
                  <a:cubicBezTo>
                    <a:pt x="8790" y="1294"/>
                    <a:pt x="8796" y="1292"/>
                    <a:pt x="8801" y="1287"/>
                  </a:cubicBezTo>
                  <a:cubicBezTo>
                    <a:pt x="8835" y="1272"/>
                    <a:pt x="8850" y="1258"/>
                    <a:pt x="8850" y="1224"/>
                  </a:cubicBezTo>
                  <a:lnTo>
                    <a:pt x="8850" y="64"/>
                  </a:lnTo>
                  <a:cubicBezTo>
                    <a:pt x="8850" y="30"/>
                    <a:pt x="8820" y="0"/>
                    <a:pt x="8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g2d9969011a9_1_784"/>
            <p:cNvSpPr/>
            <p:nvPr/>
          </p:nvSpPr>
          <p:spPr>
            <a:xfrm>
              <a:off x="6745263" y="420046"/>
              <a:ext cx="2134347" cy="339713"/>
            </a:xfrm>
            <a:custGeom>
              <a:rect b="b" l="l" r="r" t="t"/>
              <a:pathLst>
                <a:path extrusionOk="0" h="1298" w="8155">
                  <a:moveTo>
                    <a:pt x="8106" y="0"/>
                  </a:moveTo>
                  <a:cubicBezTo>
                    <a:pt x="8091" y="0"/>
                    <a:pt x="8062" y="0"/>
                    <a:pt x="8047" y="15"/>
                  </a:cubicBezTo>
                  <a:lnTo>
                    <a:pt x="6667" y="1146"/>
                  </a:lnTo>
                  <a:lnTo>
                    <a:pt x="5380" y="15"/>
                  </a:lnTo>
                  <a:cubicBezTo>
                    <a:pt x="5372" y="8"/>
                    <a:pt x="5356" y="4"/>
                    <a:pt x="5341" y="4"/>
                  </a:cubicBezTo>
                  <a:cubicBezTo>
                    <a:pt x="5325" y="4"/>
                    <a:pt x="5309" y="8"/>
                    <a:pt x="5302" y="15"/>
                  </a:cubicBezTo>
                  <a:lnTo>
                    <a:pt x="4033" y="1146"/>
                  </a:lnTo>
                  <a:lnTo>
                    <a:pt x="2713" y="15"/>
                  </a:lnTo>
                  <a:cubicBezTo>
                    <a:pt x="2698" y="8"/>
                    <a:pt x="2683" y="4"/>
                    <a:pt x="2670" y="4"/>
                  </a:cubicBezTo>
                  <a:cubicBezTo>
                    <a:pt x="2657" y="4"/>
                    <a:pt x="2646" y="8"/>
                    <a:pt x="2638" y="15"/>
                  </a:cubicBezTo>
                  <a:lnTo>
                    <a:pt x="1303" y="1146"/>
                  </a:lnTo>
                  <a:lnTo>
                    <a:pt x="127" y="15"/>
                  </a:lnTo>
                  <a:cubicBezTo>
                    <a:pt x="111" y="8"/>
                    <a:pt x="95" y="4"/>
                    <a:pt x="80" y="4"/>
                  </a:cubicBezTo>
                  <a:cubicBezTo>
                    <a:pt x="64" y="4"/>
                    <a:pt x="49" y="8"/>
                    <a:pt x="34" y="15"/>
                  </a:cubicBezTo>
                  <a:cubicBezTo>
                    <a:pt x="1" y="49"/>
                    <a:pt x="16" y="78"/>
                    <a:pt x="34" y="108"/>
                  </a:cubicBezTo>
                  <a:lnTo>
                    <a:pt x="1258" y="1272"/>
                  </a:lnTo>
                  <a:cubicBezTo>
                    <a:pt x="1273" y="1287"/>
                    <a:pt x="1288" y="1295"/>
                    <a:pt x="1302" y="1295"/>
                  </a:cubicBezTo>
                  <a:cubicBezTo>
                    <a:pt x="1315" y="1295"/>
                    <a:pt x="1327" y="1287"/>
                    <a:pt x="1336" y="1272"/>
                  </a:cubicBezTo>
                  <a:lnTo>
                    <a:pt x="2668" y="142"/>
                  </a:lnTo>
                  <a:lnTo>
                    <a:pt x="3985" y="1272"/>
                  </a:lnTo>
                  <a:cubicBezTo>
                    <a:pt x="4000" y="1287"/>
                    <a:pt x="4016" y="1295"/>
                    <a:pt x="4031" y="1295"/>
                  </a:cubicBezTo>
                  <a:cubicBezTo>
                    <a:pt x="4047" y="1295"/>
                    <a:pt x="4063" y="1287"/>
                    <a:pt x="4078" y="1272"/>
                  </a:cubicBezTo>
                  <a:lnTo>
                    <a:pt x="5350" y="142"/>
                  </a:lnTo>
                  <a:lnTo>
                    <a:pt x="6618" y="1272"/>
                  </a:lnTo>
                  <a:cubicBezTo>
                    <a:pt x="6638" y="1290"/>
                    <a:pt x="6656" y="1297"/>
                    <a:pt x="6674" y="1297"/>
                  </a:cubicBezTo>
                  <a:cubicBezTo>
                    <a:pt x="6687" y="1297"/>
                    <a:pt x="6699" y="1294"/>
                    <a:pt x="6711" y="1287"/>
                  </a:cubicBezTo>
                  <a:lnTo>
                    <a:pt x="8032" y="186"/>
                  </a:lnTo>
                  <a:lnTo>
                    <a:pt x="8032" y="1224"/>
                  </a:lnTo>
                  <a:cubicBezTo>
                    <a:pt x="8032" y="1272"/>
                    <a:pt x="8062" y="1287"/>
                    <a:pt x="8091" y="1287"/>
                  </a:cubicBezTo>
                  <a:cubicBezTo>
                    <a:pt x="8125" y="1287"/>
                    <a:pt x="8155" y="1272"/>
                    <a:pt x="8155" y="1224"/>
                  </a:cubicBezTo>
                  <a:lnTo>
                    <a:pt x="8155" y="64"/>
                  </a:lnTo>
                  <a:cubicBezTo>
                    <a:pt x="8155" y="30"/>
                    <a:pt x="8140" y="15"/>
                    <a:pt x="8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g2d9969011a9_1_784"/>
            <p:cNvSpPr/>
            <p:nvPr/>
          </p:nvSpPr>
          <p:spPr>
            <a:xfrm>
              <a:off x="8473407" y="420046"/>
              <a:ext cx="33239" cy="337095"/>
            </a:xfrm>
            <a:custGeom>
              <a:rect b="b" l="l" r="r" t="t"/>
              <a:pathLst>
                <a:path extrusionOk="0" h="1288" w="127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g2d9969011a9_1_784"/>
            <p:cNvSpPr/>
            <p:nvPr/>
          </p:nvSpPr>
          <p:spPr>
            <a:xfrm>
              <a:off x="8128720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16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16" y="1287"/>
                    <a:pt x="64" y="1287"/>
                  </a:cubicBezTo>
                  <a:cubicBezTo>
                    <a:pt x="94" y="1287"/>
                    <a:pt x="123" y="1272"/>
                    <a:pt x="123" y="1224"/>
                  </a:cubicBezTo>
                  <a:lnTo>
                    <a:pt x="123" y="64"/>
                  </a:lnTo>
                  <a:cubicBezTo>
                    <a:pt x="123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g2d9969011a9_1_784"/>
            <p:cNvSpPr/>
            <p:nvPr/>
          </p:nvSpPr>
          <p:spPr>
            <a:xfrm>
              <a:off x="7784033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4" y="0"/>
                  </a:moveTo>
                  <a:cubicBezTo>
                    <a:pt x="31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1" y="1287"/>
                    <a:pt x="64" y="1287"/>
                  </a:cubicBezTo>
                  <a:cubicBezTo>
                    <a:pt x="94" y="1287"/>
                    <a:pt x="124" y="1272"/>
                    <a:pt x="124" y="1224"/>
                  </a:cubicBezTo>
                  <a:lnTo>
                    <a:pt x="124" y="64"/>
                  </a:lnTo>
                  <a:cubicBezTo>
                    <a:pt x="124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g2d9969011a9_1_784"/>
            <p:cNvSpPr/>
            <p:nvPr/>
          </p:nvSpPr>
          <p:spPr>
            <a:xfrm>
              <a:off x="7426784" y="420046"/>
              <a:ext cx="33500" cy="337095"/>
            </a:xfrm>
            <a:custGeom>
              <a:rect b="b" l="l" r="r" t="t"/>
              <a:pathLst>
                <a:path extrusionOk="0" h="1288" w="128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g2d9969011a9_1_784"/>
            <p:cNvSpPr/>
            <p:nvPr/>
          </p:nvSpPr>
          <p:spPr>
            <a:xfrm>
              <a:off x="7070582" y="420046"/>
              <a:ext cx="32454" cy="337095"/>
            </a:xfrm>
            <a:custGeom>
              <a:rect b="b" l="l" r="r" t="t"/>
              <a:pathLst>
                <a:path extrusionOk="0" h="1288" w="124">
                  <a:moveTo>
                    <a:pt x="60" y="0"/>
                  </a:moveTo>
                  <a:cubicBezTo>
                    <a:pt x="30" y="0"/>
                    <a:pt x="0" y="30"/>
                    <a:pt x="0" y="64"/>
                  </a:cubicBezTo>
                  <a:lnTo>
                    <a:pt x="0" y="1224"/>
                  </a:lnTo>
                  <a:cubicBezTo>
                    <a:pt x="0" y="1272"/>
                    <a:pt x="30" y="1287"/>
                    <a:pt x="60" y="1287"/>
                  </a:cubicBezTo>
                  <a:cubicBezTo>
                    <a:pt x="93" y="1287"/>
                    <a:pt x="123" y="1272"/>
                    <a:pt x="123" y="1224"/>
                  </a:cubicBezTo>
                  <a:lnTo>
                    <a:pt x="123" y="64"/>
                  </a:lnTo>
                  <a:cubicBezTo>
                    <a:pt x="123" y="30"/>
                    <a:pt x="93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g2d9969011a9_1_784"/>
            <p:cNvSpPr/>
            <p:nvPr/>
          </p:nvSpPr>
          <p:spPr>
            <a:xfrm>
              <a:off x="6749188" y="420046"/>
              <a:ext cx="33500" cy="337095"/>
            </a:xfrm>
            <a:custGeom>
              <a:rect b="b" l="l" r="r" t="t"/>
              <a:pathLst>
                <a:path extrusionOk="0" h="1288" w="128">
                  <a:moveTo>
                    <a:pt x="64" y="0"/>
                  </a:moveTo>
                  <a:cubicBezTo>
                    <a:pt x="34" y="0"/>
                    <a:pt x="1" y="30"/>
                    <a:pt x="1" y="64"/>
                  </a:cubicBezTo>
                  <a:lnTo>
                    <a:pt x="1" y="1224"/>
                  </a:lnTo>
                  <a:cubicBezTo>
                    <a:pt x="1" y="1272"/>
                    <a:pt x="34" y="1287"/>
                    <a:pt x="64" y="1287"/>
                  </a:cubicBezTo>
                  <a:cubicBezTo>
                    <a:pt x="94" y="1287"/>
                    <a:pt x="127" y="1272"/>
                    <a:pt x="127" y="1224"/>
                  </a:cubicBezTo>
                  <a:lnTo>
                    <a:pt x="127" y="64"/>
                  </a:lnTo>
                  <a:cubicBezTo>
                    <a:pt x="127" y="30"/>
                    <a:pt x="94" y="0"/>
                    <a:pt x="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g2d9969011a9_1_784"/>
            <p:cNvSpPr/>
            <p:nvPr/>
          </p:nvSpPr>
          <p:spPr>
            <a:xfrm>
              <a:off x="6265528" y="2670847"/>
              <a:ext cx="175354" cy="272712"/>
            </a:xfrm>
            <a:custGeom>
              <a:rect b="b" l="l" r="r" t="t"/>
              <a:pathLst>
                <a:path extrusionOk="0" h="1042" w="670">
                  <a:moveTo>
                    <a:pt x="0" y="0"/>
                  </a:moveTo>
                  <a:lnTo>
                    <a:pt x="0" y="1042"/>
                  </a:lnTo>
                  <a:lnTo>
                    <a:pt x="670" y="1042"/>
                  </a:lnTo>
                  <a:lnTo>
                    <a:pt x="670" y="923"/>
                  </a:lnTo>
                  <a:lnTo>
                    <a:pt x="142" y="923"/>
                  </a:lnTo>
                  <a:lnTo>
                    <a:pt x="142" y="543"/>
                  </a:lnTo>
                  <a:lnTo>
                    <a:pt x="636" y="543"/>
                  </a:lnTo>
                  <a:lnTo>
                    <a:pt x="636" y="428"/>
                  </a:lnTo>
                  <a:lnTo>
                    <a:pt x="142" y="428"/>
                  </a:lnTo>
                  <a:lnTo>
                    <a:pt x="142" y="119"/>
                  </a:lnTo>
                  <a:lnTo>
                    <a:pt x="659" y="11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g2d9969011a9_1_784"/>
            <p:cNvSpPr/>
            <p:nvPr/>
          </p:nvSpPr>
          <p:spPr>
            <a:xfrm>
              <a:off x="6475690" y="2670847"/>
              <a:ext cx="233980" cy="272712"/>
            </a:xfrm>
            <a:custGeom>
              <a:rect b="b" l="l" r="r" t="t"/>
              <a:pathLst>
                <a:path extrusionOk="0" h="1042" w="894">
                  <a:moveTo>
                    <a:pt x="49" y="0"/>
                  </a:moveTo>
                  <a:lnTo>
                    <a:pt x="373" y="484"/>
                  </a:lnTo>
                  <a:lnTo>
                    <a:pt x="1" y="1042"/>
                  </a:lnTo>
                  <a:lnTo>
                    <a:pt x="153" y="1042"/>
                  </a:lnTo>
                  <a:lnTo>
                    <a:pt x="447" y="599"/>
                  </a:lnTo>
                  <a:lnTo>
                    <a:pt x="741" y="1042"/>
                  </a:lnTo>
                  <a:lnTo>
                    <a:pt x="893" y="1042"/>
                  </a:lnTo>
                  <a:lnTo>
                    <a:pt x="536" y="499"/>
                  </a:lnTo>
                  <a:lnTo>
                    <a:pt x="871" y="0"/>
                  </a:lnTo>
                  <a:lnTo>
                    <a:pt x="719" y="0"/>
                  </a:lnTo>
                  <a:lnTo>
                    <a:pt x="458" y="38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g2d9969011a9_1_784"/>
            <p:cNvSpPr/>
            <p:nvPr/>
          </p:nvSpPr>
          <p:spPr>
            <a:xfrm>
              <a:off x="6757040" y="2670847"/>
              <a:ext cx="176401" cy="272712"/>
            </a:xfrm>
            <a:custGeom>
              <a:rect b="b" l="l" r="r" t="t"/>
              <a:pathLst>
                <a:path extrusionOk="0" h="1042" w="674">
                  <a:moveTo>
                    <a:pt x="321" y="116"/>
                  </a:moveTo>
                  <a:cubicBezTo>
                    <a:pt x="384" y="116"/>
                    <a:pt x="436" y="134"/>
                    <a:pt x="469" y="168"/>
                  </a:cubicBezTo>
                  <a:cubicBezTo>
                    <a:pt x="507" y="201"/>
                    <a:pt x="525" y="250"/>
                    <a:pt x="525" y="309"/>
                  </a:cubicBezTo>
                  <a:cubicBezTo>
                    <a:pt x="525" y="372"/>
                    <a:pt x="507" y="421"/>
                    <a:pt x="469" y="454"/>
                  </a:cubicBezTo>
                  <a:cubicBezTo>
                    <a:pt x="436" y="491"/>
                    <a:pt x="384" y="506"/>
                    <a:pt x="321" y="506"/>
                  </a:cubicBezTo>
                  <a:lnTo>
                    <a:pt x="142" y="506"/>
                  </a:lnTo>
                  <a:lnTo>
                    <a:pt x="142" y="116"/>
                  </a:lnTo>
                  <a:close/>
                  <a:moveTo>
                    <a:pt x="1" y="0"/>
                  </a:moveTo>
                  <a:lnTo>
                    <a:pt x="1" y="1042"/>
                  </a:lnTo>
                  <a:lnTo>
                    <a:pt x="142" y="1042"/>
                  </a:lnTo>
                  <a:lnTo>
                    <a:pt x="142" y="622"/>
                  </a:lnTo>
                  <a:lnTo>
                    <a:pt x="321" y="622"/>
                  </a:lnTo>
                  <a:cubicBezTo>
                    <a:pt x="436" y="622"/>
                    <a:pt x="525" y="596"/>
                    <a:pt x="585" y="543"/>
                  </a:cubicBezTo>
                  <a:cubicBezTo>
                    <a:pt x="644" y="491"/>
                    <a:pt x="674" y="413"/>
                    <a:pt x="674" y="309"/>
                  </a:cubicBezTo>
                  <a:cubicBezTo>
                    <a:pt x="674" y="209"/>
                    <a:pt x="644" y="131"/>
                    <a:pt x="585" y="78"/>
                  </a:cubicBezTo>
                  <a:cubicBezTo>
                    <a:pt x="525" y="26"/>
                    <a:pt x="436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g2d9969011a9_1_784"/>
            <p:cNvSpPr/>
            <p:nvPr/>
          </p:nvSpPr>
          <p:spPr>
            <a:xfrm>
              <a:off x="6966417" y="2665874"/>
              <a:ext cx="252300" cy="282658"/>
            </a:xfrm>
            <a:custGeom>
              <a:rect b="b" l="l" r="r" t="t"/>
              <a:pathLst>
                <a:path extrusionOk="0" h="1080" w="964">
                  <a:moveTo>
                    <a:pt x="484" y="116"/>
                  </a:moveTo>
                  <a:cubicBezTo>
                    <a:pt x="584" y="116"/>
                    <a:pt x="666" y="153"/>
                    <a:pt x="726" y="228"/>
                  </a:cubicBezTo>
                  <a:cubicBezTo>
                    <a:pt x="785" y="306"/>
                    <a:pt x="815" y="410"/>
                    <a:pt x="815" y="540"/>
                  </a:cubicBezTo>
                  <a:cubicBezTo>
                    <a:pt x="815" y="670"/>
                    <a:pt x="785" y="774"/>
                    <a:pt x="726" y="853"/>
                  </a:cubicBezTo>
                  <a:cubicBezTo>
                    <a:pt x="666" y="927"/>
                    <a:pt x="584" y="964"/>
                    <a:pt x="484" y="964"/>
                  </a:cubicBezTo>
                  <a:cubicBezTo>
                    <a:pt x="384" y="964"/>
                    <a:pt x="302" y="927"/>
                    <a:pt x="238" y="853"/>
                  </a:cubicBezTo>
                  <a:cubicBezTo>
                    <a:pt x="179" y="774"/>
                    <a:pt x="149" y="670"/>
                    <a:pt x="149" y="540"/>
                  </a:cubicBezTo>
                  <a:cubicBezTo>
                    <a:pt x="149" y="410"/>
                    <a:pt x="179" y="306"/>
                    <a:pt x="238" y="228"/>
                  </a:cubicBezTo>
                  <a:cubicBezTo>
                    <a:pt x="302" y="153"/>
                    <a:pt x="384" y="116"/>
                    <a:pt x="484" y="116"/>
                  </a:cubicBezTo>
                  <a:close/>
                  <a:moveTo>
                    <a:pt x="484" y="1"/>
                  </a:moveTo>
                  <a:cubicBezTo>
                    <a:pt x="339" y="1"/>
                    <a:pt x="220" y="49"/>
                    <a:pt x="134" y="146"/>
                  </a:cubicBezTo>
                  <a:cubicBezTo>
                    <a:pt x="45" y="246"/>
                    <a:pt x="0" y="376"/>
                    <a:pt x="0" y="540"/>
                  </a:cubicBezTo>
                  <a:cubicBezTo>
                    <a:pt x="0" y="704"/>
                    <a:pt x="45" y="834"/>
                    <a:pt x="134" y="934"/>
                  </a:cubicBezTo>
                  <a:cubicBezTo>
                    <a:pt x="220" y="1031"/>
                    <a:pt x="339" y="1079"/>
                    <a:pt x="484" y="1079"/>
                  </a:cubicBezTo>
                  <a:cubicBezTo>
                    <a:pt x="629" y="1079"/>
                    <a:pt x="748" y="1031"/>
                    <a:pt x="834" y="934"/>
                  </a:cubicBezTo>
                  <a:cubicBezTo>
                    <a:pt x="919" y="834"/>
                    <a:pt x="964" y="704"/>
                    <a:pt x="964" y="540"/>
                  </a:cubicBezTo>
                  <a:cubicBezTo>
                    <a:pt x="964" y="376"/>
                    <a:pt x="919" y="246"/>
                    <a:pt x="834" y="146"/>
                  </a:cubicBezTo>
                  <a:cubicBezTo>
                    <a:pt x="748" y="49"/>
                    <a:pt x="629" y="1"/>
                    <a:pt x="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g2d9969011a9_1_784"/>
            <p:cNvSpPr/>
            <p:nvPr/>
          </p:nvSpPr>
          <p:spPr>
            <a:xfrm>
              <a:off x="7276033" y="2670847"/>
              <a:ext cx="212519" cy="272712"/>
            </a:xfrm>
            <a:custGeom>
              <a:rect b="b" l="l" r="r" t="t"/>
              <a:pathLst>
                <a:path extrusionOk="0" h="1042" w="812">
                  <a:moveTo>
                    <a:pt x="320" y="116"/>
                  </a:moveTo>
                  <a:cubicBezTo>
                    <a:pt x="387" y="116"/>
                    <a:pt x="439" y="131"/>
                    <a:pt x="473" y="164"/>
                  </a:cubicBezTo>
                  <a:cubicBezTo>
                    <a:pt x="506" y="194"/>
                    <a:pt x="525" y="238"/>
                    <a:pt x="525" y="298"/>
                  </a:cubicBezTo>
                  <a:cubicBezTo>
                    <a:pt x="525" y="361"/>
                    <a:pt x="506" y="406"/>
                    <a:pt x="473" y="439"/>
                  </a:cubicBezTo>
                  <a:cubicBezTo>
                    <a:pt x="439" y="469"/>
                    <a:pt x="387" y="484"/>
                    <a:pt x="320" y="484"/>
                  </a:cubicBezTo>
                  <a:lnTo>
                    <a:pt x="142" y="484"/>
                  </a:lnTo>
                  <a:lnTo>
                    <a:pt x="142" y="116"/>
                  </a:lnTo>
                  <a:close/>
                  <a:moveTo>
                    <a:pt x="0" y="0"/>
                  </a:moveTo>
                  <a:lnTo>
                    <a:pt x="0" y="1042"/>
                  </a:lnTo>
                  <a:lnTo>
                    <a:pt x="142" y="1042"/>
                  </a:lnTo>
                  <a:lnTo>
                    <a:pt x="142" y="599"/>
                  </a:lnTo>
                  <a:lnTo>
                    <a:pt x="294" y="599"/>
                  </a:lnTo>
                  <a:cubicBezTo>
                    <a:pt x="350" y="599"/>
                    <a:pt x="395" y="610"/>
                    <a:pt x="428" y="636"/>
                  </a:cubicBezTo>
                  <a:cubicBezTo>
                    <a:pt x="461" y="659"/>
                    <a:pt x="495" y="703"/>
                    <a:pt x="528" y="774"/>
                  </a:cubicBezTo>
                  <a:lnTo>
                    <a:pt x="662" y="1042"/>
                  </a:lnTo>
                  <a:lnTo>
                    <a:pt x="811" y="1042"/>
                  </a:lnTo>
                  <a:lnTo>
                    <a:pt x="670" y="755"/>
                  </a:lnTo>
                  <a:cubicBezTo>
                    <a:pt x="640" y="696"/>
                    <a:pt x="610" y="651"/>
                    <a:pt x="584" y="618"/>
                  </a:cubicBezTo>
                  <a:cubicBezTo>
                    <a:pt x="554" y="584"/>
                    <a:pt x="525" y="562"/>
                    <a:pt x="495" y="551"/>
                  </a:cubicBezTo>
                  <a:cubicBezTo>
                    <a:pt x="554" y="536"/>
                    <a:pt x="599" y="506"/>
                    <a:pt x="629" y="462"/>
                  </a:cubicBezTo>
                  <a:cubicBezTo>
                    <a:pt x="659" y="421"/>
                    <a:pt x="674" y="365"/>
                    <a:pt x="674" y="298"/>
                  </a:cubicBezTo>
                  <a:cubicBezTo>
                    <a:pt x="674" y="197"/>
                    <a:pt x="644" y="123"/>
                    <a:pt x="584" y="75"/>
                  </a:cubicBezTo>
                  <a:cubicBezTo>
                    <a:pt x="528" y="26"/>
                    <a:pt x="439" y="0"/>
                    <a:pt x="3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g2d9969011a9_1_784"/>
            <p:cNvSpPr/>
            <p:nvPr/>
          </p:nvSpPr>
          <p:spPr>
            <a:xfrm>
              <a:off x="7470753" y="2670847"/>
              <a:ext cx="230839" cy="272712"/>
            </a:xfrm>
            <a:custGeom>
              <a:rect b="b" l="l" r="r" t="t"/>
              <a:pathLst>
                <a:path extrusionOk="0" h="1042" w="882">
                  <a:moveTo>
                    <a:pt x="0" y="0"/>
                  </a:moveTo>
                  <a:lnTo>
                    <a:pt x="0" y="119"/>
                  </a:lnTo>
                  <a:lnTo>
                    <a:pt x="372" y="119"/>
                  </a:lnTo>
                  <a:lnTo>
                    <a:pt x="372" y="1042"/>
                  </a:lnTo>
                  <a:lnTo>
                    <a:pt x="514" y="1042"/>
                  </a:lnTo>
                  <a:lnTo>
                    <a:pt x="514" y="119"/>
                  </a:lnTo>
                  <a:lnTo>
                    <a:pt x="882" y="119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0" name="Google Shape;750;g2d9969011a9_1_784"/>
          <p:cNvGrpSpPr/>
          <p:nvPr/>
        </p:nvGrpSpPr>
        <p:grpSpPr>
          <a:xfrm>
            <a:off x="8116325" y="1171299"/>
            <a:ext cx="774998" cy="616553"/>
            <a:chOff x="6820850" y="3048799"/>
            <a:chExt cx="774998" cy="616553"/>
          </a:xfrm>
        </p:grpSpPr>
        <p:sp>
          <p:nvSpPr>
            <p:cNvPr id="751" name="Google Shape;751;g2d9969011a9_1_784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g2d9969011a9_1_784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g2d9969011a9_1_784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g2d9969011a9_1_784"/>
          <p:cNvGrpSpPr/>
          <p:nvPr/>
        </p:nvGrpSpPr>
        <p:grpSpPr>
          <a:xfrm>
            <a:off x="219150" y="3518024"/>
            <a:ext cx="774998" cy="616553"/>
            <a:chOff x="6820850" y="3048799"/>
            <a:chExt cx="774998" cy="616553"/>
          </a:xfrm>
        </p:grpSpPr>
        <p:sp>
          <p:nvSpPr>
            <p:cNvPr id="755" name="Google Shape;755;g2d9969011a9_1_784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g2d9969011a9_1_784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g2d9969011a9_1_784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d9969011a9_1_921"/>
          <p:cNvSpPr/>
          <p:nvPr/>
        </p:nvSpPr>
        <p:spPr>
          <a:xfrm>
            <a:off x="-50" y="-50"/>
            <a:ext cx="9144000" cy="5143500"/>
          </a:xfrm>
          <a:prstGeom prst="frame">
            <a:avLst>
              <a:gd fmla="val 1235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g2d9969011a9_1_921"/>
          <p:cNvGrpSpPr/>
          <p:nvPr/>
        </p:nvGrpSpPr>
        <p:grpSpPr>
          <a:xfrm>
            <a:off x="6387550" y="4412730"/>
            <a:ext cx="2460529" cy="384273"/>
            <a:chOff x="0" y="2862672"/>
            <a:chExt cx="4565835" cy="712938"/>
          </a:xfrm>
        </p:grpSpPr>
        <p:sp>
          <p:nvSpPr>
            <p:cNvPr id="761" name="Google Shape;761;g2d9969011a9_1_921"/>
            <p:cNvSpPr/>
            <p:nvPr/>
          </p:nvSpPr>
          <p:spPr>
            <a:xfrm>
              <a:off x="461221" y="2862672"/>
              <a:ext cx="2141356" cy="712936"/>
            </a:xfrm>
            <a:custGeom>
              <a:rect b="b" l="l" r="r" t="t"/>
              <a:pathLst>
                <a:path extrusionOk="0" h="3427" w="10293">
                  <a:moveTo>
                    <a:pt x="0" y="1"/>
                  </a:moveTo>
                  <a:lnTo>
                    <a:pt x="0" y="1426"/>
                  </a:lnTo>
                  <a:lnTo>
                    <a:pt x="5859" y="1426"/>
                  </a:lnTo>
                  <a:lnTo>
                    <a:pt x="5859" y="3427"/>
                  </a:lnTo>
                  <a:lnTo>
                    <a:pt x="10293" y="3427"/>
                  </a:lnTo>
                  <a:lnTo>
                    <a:pt x="10293" y="1381"/>
                  </a:lnTo>
                  <a:cubicBezTo>
                    <a:pt x="10293" y="886"/>
                    <a:pt x="9872" y="436"/>
                    <a:pt x="9192" y="187"/>
                  </a:cubicBezTo>
                  <a:cubicBezTo>
                    <a:pt x="8868" y="64"/>
                    <a:pt x="8526" y="1"/>
                    <a:pt x="8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2d9969011a9_1_921"/>
            <p:cNvSpPr/>
            <p:nvPr/>
          </p:nvSpPr>
          <p:spPr>
            <a:xfrm>
              <a:off x="886660" y="3149762"/>
              <a:ext cx="1715914" cy="425848"/>
            </a:xfrm>
            <a:custGeom>
              <a:rect b="b" l="l" r="r" t="t"/>
              <a:pathLst>
                <a:path extrusionOk="0" h="2047" w="8248">
                  <a:moveTo>
                    <a:pt x="1" y="1"/>
                  </a:moveTo>
                  <a:lnTo>
                    <a:pt x="1" y="2047"/>
                  </a:lnTo>
                  <a:lnTo>
                    <a:pt x="8248" y="2047"/>
                  </a:lnTo>
                  <a:lnTo>
                    <a:pt x="82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2d9969011a9_1_921"/>
            <p:cNvSpPr/>
            <p:nvPr/>
          </p:nvSpPr>
          <p:spPr>
            <a:xfrm>
              <a:off x="0" y="2862672"/>
              <a:ext cx="922657" cy="712936"/>
            </a:xfrm>
            <a:custGeom>
              <a:rect b="b" l="l" r="r" t="t"/>
              <a:pathLst>
                <a:path extrusionOk="0" h="3427" w="4435">
                  <a:moveTo>
                    <a:pt x="2217" y="1"/>
                  </a:moveTo>
                  <a:cubicBezTo>
                    <a:pt x="1830" y="1"/>
                    <a:pt x="1458" y="64"/>
                    <a:pt x="1101" y="187"/>
                  </a:cubicBezTo>
                  <a:cubicBezTo>
                    <a:pt x="420" y="436"/>
                    <a:pt x="0" y="886"/>
                    <a:pt x="0" y="1381"/>
                  </a:cubicBezTo>
                  <a:lnTo>
                    <a:pt x="0" y="3427"/>
                  </a:lnTo>
                  <a:lnTo>
                    <a:pt x="4434" y="3427"/>
                  </a:lnTo>
                  <a:lnTo>
                    <a:pt x="4434" y="1381"/>
                  </a:lnTo>
                  <a:cubicBezTo>
                    <a:pt x="4434" y="886"/>
                    <a:pt x="4017" y="436"/>
                    <a:pt x="3318" y="187"/>
                  </a:cubicBezTo>
                  <a:cubicBezTo>
                    <a:pt x="2976" y="64"/>
                    <a:pt x="2604" y="1"/>
                    <a:pt x="2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2d9969011a9_1_921"/>
            <p:cNvSpPr/>
            <p:nvPr/>
          </p:nvSpPr>
          <p:spPr>
            <a:xfrm>
              <a:off x="145418" y="3159123"/>
              <a:ext cx="596867" cy="416486"/>
            </a:xfrm>
            <a:custGeom>
              <a:rect b="b" l="l" r="r" t="t"/>
              <a:pathLst>
                <a:path extrusionOk="0" h="2002" w="2869">
                  <a:moveTo>
                    <a:pt x="0" y="1"/>
                  </a:moveTo>
                  <a:lnTo>
                    <a:pt x="0" y="2002"/>
                  </a:lnTo>
                  <a:lnTo>
                    <a:pt x="2868" y="2002"/>
                  </a:lnTo>
                  <a:lnTo>
                    <a:pt x="28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2d9969011a9_1_921"/>
            <p:cNvSpPr/>
            <p:nvPr/>
          </p:nvSpPr>
          <p:spPr>
            <a:xfrm>
              <a:off x="174128" y="3188456"/>
              <a:ext cx="568157" cy="387153"/>
            </a:xfrm>
            <a:custGeom>
              <a:rect b="b" l="l" r="r" t="t"/>
              <a:pathLst>
                <a:path extrusionOk="0" h="1861" w="2731">
                  <a:moveTo>
                    <a:pt x="0" y="1"/>
                  </a:moveTo>
                  <a:lnTo>
                    <a:pt x="0" y="1861"/>
                  </a:lnTo>
                  <a:lnTo>
                    <a:pt x="2730" y="1861"/>
                  </a:lnTo>
                  <a:lnTo>
                    <a:pt x="27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2d9969011a9_1_921"/>
            <p:cNvSpPr/>
            <p:nvPr/>
          </p:nvSpPr>
          <p:spPr>
            <a:xfrm>
              <a:off x="1441706" y="2862672"/>
              <a:ext cx="2144476" cy="712936"/>
            </a:xfrm>
            <a:custGeom>
              <a:rect b="b" l="l" r="r" t="t"/>
              <a:pathLst>
                <a:path extrusionOk="0" h="3427" w="10308">
                  <a:moveTo>
                    <a:pt x="0" y="1"/>
                  </a:moveTo>
                  <a:lnTo>
                    <a:pt x="0" y="1426"/>
                  </a:lnTo>
                  <a:lnTo>
                    <a:pt x="5859" y="1426"/>
                  </a:lnTo>
                  <a:lnTo>
                    <a:pt x="5859" y="3427"/>
                  </a:lnTo>
                  <a:lnTo>
                    <a:pt x="10307" y="3427"/>
                  </a:lnTo>
                  <a:lnTo>
                    <a:pt x="10307" y="1381"/>
                  </a:lnTo>
                  <a:cubicBezTo>
                    <a:pt x="10307" y="886"/>
                    <a:pt x="9872" y="436"/>
                    <a:pt x="9191" y="187"/>
                  </a:cubicBezTo>
                  <a:cubicBezTo>
                    <a:pt x="8879" y="64"/>
                    <a:pt x="8526" y="1"/>
                    <a:pt x="8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2d9969011a9_1_921"/>
            <p:cNvSpPr/>
            <p:nvPr/>
          </p:nvSpPr>
          <p:spPr>
            <a:xfrm>
              <a:off x="1867145" y="3149762"/>
              <a:ext cx="1719035" cy="425848"/>
            </a:xfrm>
            <a:custGeom>
              <a:rect b="b" l="l" r="r" t="t"/>
              <a:pathLst>
                <a:path extrusionOk="0" h="2047" w="8263">
                  <a:moveTo>
                    <a:pt x="1" y="1"/>
                  </a:moveTo>
                  <a:lnTo>
                    <a:pt x="1" y="2047"/>
                  </a:lnTo>
                  <a:lnTo>
                    <a:pt x="8262" y="2047"/>
                  </a:lnTo>
                  <a:lnTo>
                    <a:pt x="82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2d9969011a9_1_921"/>
            <p:cNvSpPr/>
            <p:nvPr/>
          </p:nvSpPr>
          <p:spPr>
            <a:xfrm>
              <a:off x="980485" y="2862672"/>
              <a:ext cx="922449" cy="712936"/>
            </a:xfrm>
            <a:custGeom>
              <a:rect b="b" l="l" r="r" t="t"/>
              <a:pathLst>
                <a:path extrusionOk="0" h="3427" w="4434">
                  <a:moveTo>
                    <a:pt x="2217" y="1"/>
                  </a:moveTo>
                  <a:cubicBezTo>
                    <a:pt x="1830" y="1"/>
                    <a:pt x="1458" y="64"/>
                    <a:pt x="1116" y="187"/>
                  </a:cubicBezTo>
                  <a:cubicBezTo>
                    <a:pt x="420" y="436"/>
                    <a:pt x="0" y="886"/>
                    <a:pt x="0" y="1381"/>
                  </a:cubicBezTo>
                  <a:lnTo>
                    <a:pt x="0" y="3427"/>
                  </a:lnTo>
                  <a:lnTo>
                    <a:pt x="4434" y="3427"/>
                  </a:lnTo>
                  <a:lnTo>
                    <a:pt x="4434" y="1381"/>
                  </a:lnTo>
                  <a:cubicBezTo>
                    <a:pt x="4434" y="886"/>
                    <a:pt x="4014" y="436"/>
                    <a:pt x="3333" y="187"/>
                  </a:cubicBezTo>
                  <a:cubicBezTo>
                    <a:pt x="2991" y="64"/>
                    <a:pt x="2604" y="1"/>
                    <a:pt x="2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g2d9969011a9_1_921"/>
            <p:cNvSpPr/>
            <p:nvPr/>
          </p:nvSpPr>
          <p:spPr>
            <a:xfrm>
              <a:off x="1125904" y="3159123"/>
              <a:ext cx="596035" cy="416486"/>
            </a:xfrm>
            <a:custGeom>
              <a:rect b="b" l="l" r="r" t="t"/>
              <a:pathLst>
                <a:path extrusionOk="0" h="2002" w="2865">
                  <a:moveTo>
                    <a:pt x="0" y="1"/>
                  </a:moveTo>
                  <a:lnTo>
                    <a:pt x="0" y="2002"/>
                  </a:lnTo>
                  <a:lnTo>
                    <a:pt x="2865" y="2002"/>
                  </a:lnTo>
                  <a:lnTo>
                    <a:pt x="28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2d9969011a9_1_921"/>
            <p:cNvSpPr/>
            <p:nvPr/>
          </p:nvSpPr>
          <p:spPr>
            <a:xfrm>
              <a:off x="1157526" y="3188456"/>
              <a:ext cx="564413" cy="387153"/>
            </a:xfrm>
            <a:custGeom>
              <a:rect b="b" l="l" r="r" t="t"/>
              <a:pathLst>
                <a:path extrusionOk="0" h="1861" w="2713">
                  <a:moveTo>
                    <a:pt x="1" y="1"/>
                  </a:moveTo>
                  <a:lnTo>
                    <a:pt x="1" y="1861"/>
                  </a:lnTo>
                  <a:lnTo>
                    <a:pt x="2713" y="1861"/>
                  </a:lnTo>
                  <a:lnTo>
                    <a:pt x="27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2d9969011a9_1_921"/>
            <p:cNvSpPr/>
            <p:nvPr/>
          </p:nvSpPr>
          <p:spPr>
            <a:xfrm>
              <a:off x="2421983" y="2862672"/>
              <a:ext cx="2143852" cy="712936"/>
            </a:xfrm>
            <a:custGeom>
              <a:rect b="b" l="l" r="r" t="t"/>
              <a:pathLst>
                <a:path extrusionOk="0" h="3427" w="10305">
                  <a:moveTo>
                    <a:pt x="1" y="1"/>
                  </a:moveTo>
                  <a:lnTo>
                    <a:pt x="1" y="1426"/>
                  </a:lnTo>
                  <a:lnTo>
                    <a:pt x="5874" y="1426"/>
                  </a:lnTo>
                  <a:lnTo>
                    <a:pt x="5874" y="3427"/>
                  </a:lnTo>
                  <a:lnTo>
                    <a:pt x="10305" y="3427"/>
                  </a:lnTo>
                  <a:lnTo>
                    <a:pt x="10305" y="1381"/>
                  </a:lnTo>
                  <a:cubicBezTo>
                    <a:pt x="10305" y="886"/>
                    <a:pt x="9888" y="436"/>
                    <a:pt x="9189" y="187"/>
                  </a:cubicBezTo>
                  <a:cubicBezTo>
                    <a:pt x="8880" y="64"/>
                    <a:pt x="8523" y="1"/>
                    <a:pt x="8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2d9969011a9_1_921"/>
            <p:cNvSpPr/>
            <p:nvPr/>
          </p:nvSpPr>
          <p:spPr>
            <a:xfrm>
              <a:off x="2847630" y="3149762"/>
              <a:ext cx="1718202" cy="425848"/>
            </a:xfrm>
            <a:custGeom>
              <a:rect b="b" l="l" r="r" t="t"/>
              <a:pathLst>
                <a:path extrusionOk="0" h="2047" w="8259">
                  <a:moveTo>
                    <a:pt x="1" y="1"/>
                  </a:moveTo>
                  <a:lnTo>
                    <a:pt x="1" y="2047"/>
                  </a:lnTo>
                  <a:lnTo>
                    <a:pt x="8259" y="2047"/>
                  </a:lnTo>
                  <a:lnTo>
                    <a:pt x="82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2d9969011a9_1_921"/>
            <p:cNvSpPr/>
            <p:nvPr/>
          </p:nvSpPr>
          <p:spPr>
            <a:xfrm>
              <a:off x="1960762" y="2862672"/>
              <a:ext cx="922033" cy="712936"/>
            </a:xfrm>
            <a:custGeom>
              <a:rect b="b" l="l" r="r" t="t"/>
              <a:pathLst>
                <a:path extrusionOk="0" h="3427" w="4432">
                  <a:moveTo>
                    <a:pt x="2218" y="1"/>
                  </a:moveTo>
                  <a:cubicBezTo>
                    <a:pt x="1846" y="1"/>
                    <a:pt x="1455" y="64"/>
                    <a:pt x="1117" y="187"/>
                  </a:cubicBezTo>
                  <a:cubicBezTo>
                    <a:pt x="432" y="436"/>
                    <a:pt x="1" y="886"/>
                    <a:pt x="1" y="1381"/>
                  </a:cubicBezTo>
                  <a:lnTo>
                    <a:pt x="1" y="3427"/>
                  </a:lnTo>
                  <a:lnTo>
                    <a:pt x="4431" y="3427"/>
                  </a:lnTo>
                  <a:lnTo>
                    <a:pt x="4431" y="1381"/>
                  </a:lnTo>
                  <a:cubicBezTo>
                    <a:pt x="4431" y="886"/>
                    <a:pt x="4015" y="436"/>
                    <a:pt x="3334" y="187"/>
                  </a:cubicBezTo>
                  <a:cubicBezTo>
                    <a:pt x="2992" y="64"/>
                    <a:pt x="2605" y="1"/>
                    <a:pt x="2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g2d9969011a9_1_921"/>
            <p:cNvSpPr/>
            <p:nvPr/>
          </p:nvSpPr>
          <p:spPr>
            <a:xfrm>
              <a:off x="2108678" y="3159123"/>
              <a:ext cx="593746" cy="416486"/>
            </a:xfrm>
            <a:custGeom>
              <a:rect b="b" l="l" r="r" t="t"/>
              <a:pathLst>
                <a:path extrusionOk="0" h="2002" w="2854">
                  <a:moveTo>
                    <a:pt x="0" y="1"/>
                  </a:moveTo>
                  <a:lnTo>
                    <a:pt x="0" y="2002"/>
                  </a:lnTo>
                  <a:lnTo>
                    <a:pt x="2853" y="2002"/>
                  </a:lnTo>
                  <a:lnTo>
                    <a:pt x="28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g2d9969011a9_1_921"/>
            <p:cNvSpPr/>
            <p:nvPr/>
          </p:nvSpPr>
          <p:spPr>
            <a:xfrm>
              <a:off x="2138011" y="3188456"/>
              <a:ext cx="564413" cy="387153"/>
            </a:xfrm>
            <a:custGeom>
              <a:rect b="b" l="l" r="r" t="t"/>
              <a:pathLst>
                <a:path extrusionOk="0" h="1861" w="2713">
                  <a:moveTo>
                    <a:pt x="1" y="1"/>
                  </a:moveTo>
                  <a:lnTo>
                    <a:pt x="1" y="1861"/>
                  </a:lnTo>
                  <a:lnTo>
                    <a:pt x="2712" y="1861"/>
                  </a:lnTo>
                  <a:lnTo>
                    <a:pt x="27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g2d9969011a9_1_921"/>
          <p:cNvGrpSpPr/>
          <p:nvPr/>
        </p:nvGrpSpPr>
        <p:grpSpPr>
          <a:xfrm>
            <a:off x="265568" y="3179079"/>
            <a:ext cx="2650003" cy="1620091"/>
            <a:chOff x="3772168" y="2037054"/>
            <a:chExt cx="2650003" cy="1620091"/>
          </a:xfrm>
        </p:grpSpPr>
        <p:sp>
          <p:nvSpPr>
            <p:cNvPr id="777" name="Google Shape;777;g2d9969011a9_1_921"/>
            <p:cNvSpPr/>
            <p:nvPr/>
          </p:nvSpPr>
          <p:spPr>
            <a:xfrm>
              <a:off x="5560466" y="2624287"/>
              <a:ext cx="112" cy="401313"/>
            </a:xfrm>
            <a:custGeom>
              <a:rect b="b" l="l" r="r" t="t"/>
              <a:pathLst>
                <a:path extrusionOk="0" h="3579" w="1">
                  <a:moveTo>
                    <a:pt x="0" y="1"/>
                  </a:moveTo>
                  <a:lnTo>
                    <a:pt x="0" y="3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2d9969011a9_1_921"/>
            <p:cNvSpPr/>
            <p:nvPr/>
          </p:nvSpPr>
          <p:spPr>
            <a:xfrm>
              <a:off x="5558336" y="2624287"/>
              <a:ext cx="5494" cy="401313"/>
            </a:xfrm>
            <a:custGeom>
              <a:rect b="b" l="l" r="r" t="t"/>
              <a:pathLst>
                <a:path extrusionOk="0" h="3579" w="49">
                  <a:moveTo>
                    <a:pt x="1" y="1"/>
                  </a:moveTo>
                  <a:lnTo>
                    <a:pt x="1" y="3579"/>
                  </a:lnTo>
                  <a:lnTo>
                    <a:pt x="49" y="3579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2d9969011a9_1_921"/>
            <p:cNvSpPr/>
            <p:nvPr/>
          </p:nvSpPr>
          <p:spPr>
            <a:xfrm>
              <a:off x="5641747" y="2624287"/>
              <a:ext cx="112" cy="401313"/>
            </a:xfrm>
            <a:custGeom>
              <a:rect b="b" l="l" r="r" t="t"/>
              <a:pathLst>
                <a:path extrusionOk="0" h="3579" w="1">
                  <a:moveTo>
                    <a:pt x="1" y="1"/>
                  </a:moveTo>
                  <a:lnTo>
                    <a:pt x="1" y="3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2d9969011a9_1_921"/>
            <p:cNvSpPr/>
            <p:nvPr/>
          </p:nvSpPr>
          <p:spPr>
            <a:xfrm>
              <a:off x="5640065" y="2624287"/>
              <a:ext cx="5494" cy="401313"/>
            </a:xfrm>
            <a:custGeom>
              <a:rect b="b" l="l" r="r" t="t"/>
              <a:pathLst>
                <a:path extrusionOk="0" h="3579" w="49">
                  <a:moveTo>
                    <a:pt x="1" y="1"/>
                  </a:moveTo>
                  <a:lnTo>
                    <a:pt x="1" y="3579"/>
                  </a:lnTo>
                  <a:lnTo>
                    <a:pt x="49" y="3579"/>
                  </a:lnTo>
                  <a:lnTo>
                    <a:pt x="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2d9969011a9_1_921"/>
            <p:cNvSpPr/>
            <p:nvPr/>
          </p:nvSpPr>
          <p:spPr>
            <a:xfrm>
              <a:off x="5514948" y="2481656"/>
              <a:ext cx="170747" cy="104393"/>
            </a:xfrm>
            <a:custGeom>
              <a:rect b="b" l="l" r="r" t="t"/>
              <a:pathLst>
                <a:path extrusionOk="0" h="931" w="1523">
                  <a:moveTo>
                    <a:pt x="220" y="0"/>
                  </a:moveTo>
                  <a:cubicBezTo>
                    <a:pt x="109" y="0"/>
                    <a:pt x="1" y="93"/>
                    <a:pt x="1" y="220"/>
                  </a:cubicBezTo>
                  <a:lnTo>
                    <a:pt x="1" y="715"/>
                  </a:lnTo>
                  <a:cubicBezTo>
                    <a:pt x="1" y="822"/>
                    <a:pt x="109" y="930"/>
                    <a:pt x="220" y="930"/>
                  </a:cubicBezTo>
                  <a:lnTo>
                    <a:pt x="1303" y="930"/>
                  </a:lnTo>
                  <a:cubicBezTo>
                    <a:pt x="1429" y="930"/>
                    <a:pt x="1522" y="822"/>
                    <a:pt x="1522" y="715"/>
                  </a:cubicBezTo>
                  <a:lnTo>
                    <a:pt x="1522" y="220"/>
                  </a:lnTo>
                  <a:cubicBezTo>
                    <a:pt x="1522" y="93"/>
                    <a:pt x="1429" y="0"/>
                    <a:pt x="13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2d9969011a9_1_921"/>
            <p:cNvSpPr/>
            <p:nvPr/>
          </p:nvSpPr>
          <p:spPr>
            <a:xfrm>
              <a:off x="3991123" y="2582574"/>
              <a:ext cx="2413894" cy="107757"/>
            </a:xfrm>
            <a:custGeom>
              <a:rect b="b" l="l" r="r" t="t"/>
              <a:pathLst>
                <a:path extrusionOk="0" h="961" w="21531">
                  <a:moveTo>
                    <a:pt x="21482" y="1"/>
                  </a:moveTo>
                  <a:lnTo>
                    <a:pt x="21482" y="15"/>
                  </a:lnTo>
                  <a:cubicBezTo>
                    <a:pt x="21482" y="294"/>
                    <a:pt x="21419" y="510"/>
                    <a:pt x="21311" y="666"/>
                  </a:cubicBezTo>
                  <a:cubicBezTo>
                    <a:pt x="21203" y="837"/>
                    <a:pt x="21066" y="916"/>
                    <a:pt x="20895" y="916"/>
                  </a:cubicBezTo>
                  <a:cubicBezTo>
                    <a:pt x="20709" y="916"/>
                    <a:pt x="20489" y="789"/>
                    <a:pt x="20303" y="480"/>
                  </a:cubicBezTo>
                  <a:cubicBezTo>
                    <a:pt x="20210" y="358"/>
                    <a:pt x="20117" y="201"/>
                    <a:pt x="20102" y="45"/>
                  </a:cubicBezTo>
                  <a:cubicBezTo>
                    <a:pt x="20102" y="45"/>
                    <a:pt x="20102" y="30"/>
                    <a:pt x="20087" y="30"/>
                  </a:cubicBezTo>
                  <a:cubicBezTo>
                    <a:pt x="20073" y="30"/>
                    <a:pt x="20073" y="30"/>
                    <a:pt x="20058" y="45"/>
                  </a:cubicBezTo>
                  <a:cubicBezTo>
                    <a:pt x="19994" y="265"/>
                    <a:pt x="19916" y="451"/>
                    <a:pt x="19823" y="603"/>
                  </a:cubicBezTo>
                  <a:cubicBezTo>
                    <a:pt x="19715" y="744"/>
                    <a:pt x="19608" y="823"/>
                    <a:pt x="19436" y="837"/>
                  </a:cubicBezTo>
                  <a:cubicBezTo>
                    <a:pt x="19343" y="837"/>
                    <a:pt x="19236" y="808"/>
                    <a:pt x="19094" y="730"/>
                  </a:cubicBezTo>
                  <a:cubicBezTo>
                    <a:pt x="18800" y="588"/>
                    <a:pt x="18614" y="280"/>
                    <a:pt x="18555" y="79"/>
                  </a:cubicBezTo>
                  <a:cubicBezTo>
                    <a:pt x="18555" y="79"/>
                    <a:pt x="18555" y="64"/>
                    <a:pt x="18536" y="64"/>
                  </a:cubicBezTo>
                  <a:cubicBezTo>
                    <a:pt x="18521" y="64"/>
                    <a:pt x="18521" y="79"/>
                    <a:pt x="18521" y="79"/>
                  </a:cubicBezTo>
                  <a:cubicBezTo>
                    <a:pt x="18477" y="216"/>
                    <a:pt x="18384" y="309"/>
                    <a:pt x="18291" y="373"/>
                  </a:cubicBezTo>
                  <a:cubicBezTo>
                    <a:pt x="18183" y="436"/>
                    <a:pt x="18056" y="465"/>
                    <a:pt x="17919" y="465"/>
                  </a:cubicBezTo>
                  <a:cubicBezTo>
                    <a:pt x="17634" y="465"/>
                    <a:pt x="17345" y="332"/>
                    <a:pt x="17202" y="100"/>
                  </a:cubicBezTo>
                  <a:lnTo>
                    <a:pt x="17202" y="100"/>
                  </a:lnTo>
                  <a:cubicBezTo>
                    <a:pt x="17203" y="98"/>
                    <a:pt x="17204" y="96"/>
                    <a:pt x="17205" y="94"/>
                  </a:cubicBezTo>
                  <a:lnTo>
                    <a:pt x="17198" y="94"/>
                  </a:lnTo>
                  <a:cubicBezTo>
                    <a:pt x="17195" y="89"/>
                    <a:pt x="17193" y="84"/>
                    <a:pt x="17190" y="79"/>
                  </a:cubicBezTo>
                  <a:lnTo>
                    <a:pt x="17175" y="79"/>
                  </a:lnTo>
                  <a:cubicBezTo>
                    <a:pt x="17175" y="79"/>
                    <a:pt x="17160" y="79"/>
                    <a:pt x="17160" y="94"/>
                  </a:cubicBezTo>
                  <a:cubicBezTo>
                    <a:pt x="17082" y="294"/>
                    <a:pt x="16989" y="451"/>
                    <a:pt x="16862" y="544"/>
                  </a:cubicBezTo>
                  <a:cubicBezTo>
                    <a:pt x="16740" y="637"/>
                    <a:pt x="16617" y="681"/>
                    <a:pt x="16476" y="681"/>
                  </a:cubicBezTo>
                  <a:cubicBezTo>
                    <a:pt x="16152" y="681"/>
                    <a:pt x="15825" y="451"/>
                    <a:pt x="15653" y="79"/>
                  </a:cubicBezTo>
                  <a:cubicBezTo>
                    <a:pt x="15653" y="64"/>
                    <a:pt x="15639" y="64"/>
                    <a:pt x="15639" y="64"/>
                  </a:cubicBezTo>
                  <a:lnTo>
                    <a:pt x="15624" y="64"/>
                  </a:lnTo>
                  <a:cubicBezTo>
                    <a:pt x="15453" y="387"/>
                    <a:pt x="15096" y="558"/>
                    <a:pt x="14757" y="558"/>
                  </a:cubicBezTo>
                  <a:cubicBezTo>
                    <a:pt x="14601" y="558"/>
                    <a:pt x="14445" y="529"/>
                    <a:pt x="14322" y="451"/>
                  </a:cubicBezTo>
                  <a:cubicBezTo>
                    <a:pt x="14199" y="373"/>
                    <a:pt x="14106" y="250"/>
                    <a:pt x="14043" y="79"/>
                  </a:cubicBezTo>
                  <a:lnTo>
                    <a:pt x="14028" y="64"/>
                  </a:lnTo>
                  <a:cubicBezTo>
                    <a:pt x="14013" y="64"/>
                    <a:pt x="14013" y="79"/>
                    <a:pt x="13998" y="79"/>
                  </a:cubicBezTo>
                  <a:cubicBezTo>
                    <a:pt x="13794" y="495"/>
                    <a:pt x="13440" y="681"/>
                    <a:pt x="13083" y="681"/>
                  </a:cubicBezTo>
                  <a:cubicBezTo>
                    <a:pt x="12678" y="681"/>
                    <a:pt x="12276" y="451"/>
                    <a:pt x="12060" y="64"/>
                  </a:cubicBezTo>
                  <a:cubicBezTo>
                    <a:pt x="12060" y="45"/>
                    <a:pt x="12045" y="45"/>
                    <a:pt x="12045" y="45"/>
                  </a:cubicBezTo>
                  <a:lnTo>
                    <a:pt x="12012" y="45"/>
                  </a:lnTo>
                  <a:cubicBezTo>
                    <a:pt x="11766" y="417"/>
                    <a:pt x="11424" y="666"/>
                    <a:pt x="11037" y="666"/>
                  </a:cubicBezTo>
                  <a:cubicBezTo>
                    <a:pt x="10866" y="666"/>
                    <a:pt x="10680" y="622"/>
                    <a:pt x="10494" y="510"/>
                  </a:cubicBezTo>
                  <a:cubicBezTo>
                    <a:pt x="10416" y="465"/>
                    <a:pt x="10323" y="373"/>
                    <a:pt x="10245" y="294"/>
                  </a:cubicBezTo>
                  <a:cubicBezTo>
                    <a:pt x="10167" y="201"/>
                    <a:pt x="10092" y="123"/>
                    <a:pt x="10029" y="79"/>
                  </a:cubicBezTo>
                  <a:cubicBezTo>
                    <a:pt x="10022" y="71"/>
                    <a:pt x="10018" y="67"/>
                    <a:pt x="10014" y="67"/>
                  </a:cubicBezTo>
                  <a:cubicBezTo>
                    <a:pt x="10011" y="67"/>
                    <a:pt x="10007" y="71"/>
                    <a:pt x="9999" y="79"/>
                  </a:cubicBezTo>
                  <a:cubicBezTo>
                    <a:pt x="9921" y="123"/>
                    <a:pt x="9858" y="187"/>
                    <a:pt x="9795" y="265"/>
                  </a:cubicBezTo>
                  <a:cubicBezTo>
                    <a:pt x="9720" y="324"/>
                    <a:pt x="9657" y="387"/>
                    <a:pt x="9579" y="436"/>
                  </a:cubicBezTo>
                  <a:cubicBezTo>
                    <a:pt x="9363" y="544"/>
                    <a:pt x="9144" y="588"/>
                    <a:pt x="8928" y="588"/>
                  </a:cubicBezTo>
                  <a:cubicBezTo>
                    <a:pt x="8512" y="588"/>
                    <a:pt x="8140" y="387"/>
                    <a:pt x="7876" y="30"/>
                  </a:cubicBezTo>
                  <a:cubicBezTo>
                    <a:pt x="7876" y="15"/>
                    <a:pt x="7876" y="15"/>
                    <a:pt x="7861" y="15"/>
                  </a:cubicBezTo>
                  <a:cubicBezTo>
                    <a:pt x="7861" y="15"/>
                    <a:pt x="7842" y="15"/>
                    <a:pt x="7842" y="30"/>
                  </a:cubicBezTo>
                  <a:cubicBezTo>
                    <a:pt x="7797" y="108"/>
                    <a:pt x="7783" y="216"/>
                    <a:pt x="7768" y="309"/>
                  </a:cubicBezTo>
                  <a:cubicBezTo>
                    <a:pt x="7749" y="402"/>
                    <a:pt x="7719" y="480"/>
                    <a:pt x="7675" y="558"/>
                  </a:cubicBezTo>
                  <a:cubicBezTo>
                    <a:pt x="7563" y="696"/>
                    <a:pt x="7425" y="759"/>
                    <a:pt x="7254" y="789"/>
                  </a:cubicBezTo>
                  <a:lnTo>
                    <a:pt x="7117" y="789"/>
                  </a:lnTo>
                  <a:cubicBezTo>
                    <a:pt x="6897" y="789"/>
                    <a:pt x="6726" y="696"/>
                    <a:pt x="6588" y="558"/>
                  </a:cubicBezTo>
                  <a:cubicBezTo>
                    <a:pt x="6447" y="417"/>
                    <a:pt x="6354" y="216"/>
                    <a:pt x="6309" y="45"/>
                  </a:cubicBezTo>
                  <a:cubicBezTo>
                    <a:pt x="6309" y="30"/>
                    <a:pt x="6309" y="30"/>
                    <a:pt x="6295" y="30"/>
                  </a:cubicBezTo>
                  <a:lnTo>
                    <a:pt x="6280" y="30"/>
                  </a:lnTo>
                  <a:cubicBezTo>
                    <a:pt x="6060" y="436"/>
                    <a:pt x="5659" y="637"/>
                    <a:pt x="5272" y="637"/>
                  </a:cubicBezTo>
                  <a:cubicBezTo>
                    <a:pt x="4885" y="637"/>
                    <a:pt x="4513" y="436"/>
                    <a:pt x="4327" y="64"/>
                  </a:cubicBezTo>
                  <a:lnTo>
                    <a:pt x="4293" y="64"/>
                  </a:lnTo>
                  <a:cubicBezTo>
                    <a:pt x="4029" y="402"/>
                    <a:pt x="3598" y="573"/>
                    <a:pt x="3163" y="573"/>
                  </a:cubicBezTo>
                  <a:cubicBezTo>
                    <a:pt x="2962" y="573"/>
                    <a:pt x="2761" y="529"/>
                    <a:pt x="2590" y="465"/>
                  </a:cubicBezTo>
                  <a:cubicBezTo>
                    <a:pt x="2419" y="387"/>
                    <a:pt x="2262" y="309"/>
                    <a:pt x="2140" y="172"/>
                  </a:cubicBezTo>
                  <a:cubicBezTo>
                    <a:pt x="2140" y="172"/>
                    <a:pt x="2125" y="157"/>
                    <a:pt x="2125" y="138"/>
                  </a:cubicBezTo>
                  <a:cubicBezTo>
                    <a:pt x="2110" y="123"/>
                    <a:pt x="2095" y="94"/>
                    <a:pt x="2076" y="79"/>
                  </a:cubicBezTo>
                  <a:cubicBezTo>
                    <a:pt x="2075" y="77"/>
                    <a:pt x="2074" y="76"/>
                    <a:pt x="2073" y="74"/>
                  </a:cubicBezTo>
                  <a:lnTo>
                    <a:pt x="2073" y="74"/>
                  </a:lnTo>
                  <a:cubicBezTo>
                    <a:pt x="2076" y="70"/>
                    <a:pt x="2076" y="64"/>
                    <a:pt x="2076" y="64"/>
                  </a:cubicBezTo>
                  <a:cubicBezTo>
                    <a:pt x="2062" y="45"/>
                    <a:pt x="2062" y="30"/>
                    <a:pt x="2062" y="30"/>
                  </a:cubicBezTo>
                  <a:lnTo>
                    <a:pt x="2047" y="30"/>
                  </a:lnTo>
                  <a:lnTo>
                    <a:pt x="2047" y="15"/>
                  </a:lnTo>
                  <a:lnTo>
                    <a:pt x="2017" y="15"/>
                  </a:lnTo>
                  <a:lnTo>
                    <a:pt x="2017" y="30"/>
                  </a:lnTo>
                  <a:lnTo>
                    <a:pt x="2017" y="45"/>
                  </a:lnTo>
                  <a:lnTo>
                    <a:pt x="2017" y="64"/>
                  </a:lnTo>
                  <a:lnTo>
                    <a:pt x="2019" y="64"/>
                  </a:lnTo>
                  <a:cubicBezTo>
                    <a:pt x="1742" y="456"/>
                    <a:pt x="1405" y="622"/>
                    <a:pt x="1072" y="622"/>
                  </a:cubicBezTo>
                  <a:cubicBezTo>
                    <a:pt x="700" y="622"/>
                    <a:pt x="328" y="417"/>
                    <a:pt x="31" y="45"/>
                  </a:cubicBezTo>
                  <a:lnTo>
                    <a:pt x="1" y="79"/>
                  </a:lnTo>
                  <a:cubicBezTo>
                    <a:pt x="295" y="451"/>
                    <a:pt x="682" y="666"/>
                    <a:pt x="1072" y="666"/>
                  </a:cubicBezTo>
                  <a:cubicBezTo>
                    <a:pt x="1418" y="666"/>
                    <a:pt x="1768" y="488"/>
                    <a:pt x="2044" y="104"/>
                  </a:cubicBezTo>
                  <a:lnTo>
                    <a:pt x="2044" y="104"/>
                  </a:lnTo>
                  <a:cubicBezTo>
                    <a:pt x="2049" y="110"/>
                    <a:pt x="2055" y="117"/>
                    <a:pt x="2062" y="123"/>
                  </a:cubicBezTo>
                  <a:cubicBezTo>
                    <a:pt x="2062" y="138"/>
                    <a:pt x="2076" y="157"/>
                    <a:pt x="2076" y="172"/>
                  </a:cubicBezTo>
                  <a:cubicBezTo>
                    <a:pt x="2095" y="187"/>
                    <a:pt x="2095" y="201"/>
                    <a:pt x="2110" y="201"/>
                  </a:cubicBezTo>
                  <a:cubicBezTo>
                    <a:pt x="2233" y="343"/>
                    <a:pt x="2404" y="436"/>
                    <a:pt x="2575" y="495"/>
                  </a:cubicBezTo>
                  <a:cubicBezTo>
                    <a:pt x="2761" y="573"/>
                    <a:pt x="2962" y="603"/>
                    <a:pt x="3163" y="603"/>
                  </a:cubicBezTo>
                  <a:cubicBezTo>
                    <a:pt x="3582" y="603"/>
                    <a:pt x="4030" y="447"/>
                    <a:pt x="4298" y="129"/>
                  </a:cubicBezTo>
                  <a:lnTo>
                    <a:pt x="4298" y="129"/>
                  </a:lnTo>
                  <a:cubicBezTo>
                    <a:pt x="4504" y="493"/>
                    <a:pt x="4879" y="681"/>
                    <a:pt x="5272" y="681"/>
                  </a:cubicBezTo>
                  <a:cubicBezTo>
                    <a:pt x="5663" y="681"/>
                    <a:pt x="6072" y="491"/>
                    <a:pt x="6292" y="96"/>
                  </a:cubicBezTo>
                  <a:lnTo>
                    <a:pt x="6292" y="96"/>
                  </a:lnTo>
                  <a:cubicBezTo>
                    <a:pt x="6340" y="281"/>
                    <a:pt x="6429" y="449"/>
                    <a:pt x="6559" y="588"/>
                  </a:cubicBezTo>
                  <a:cubicBezTo>
                    <a:pt x="6696" y="730"/>
                    <a:pt x="6882" y="837"/>
                    <a:pt x="7117" y="837"/>
                  </a:cubicBezTo>
                  <a:cubicBezTo>
                    <a:pt x="7161" y="837"/>
                    <a:pt x="7210" y="837"/>
                    <a:pt x="7254" y="823"/>
                  </a:cubicBezTo>
                  <a:cubicBezTo>
                    <a:pt x="7425" y="789"/>
                    <a:pt x="7597" y="730"/>
                    <a:pt x="7704" y="588"/>
                  </a:cubicBezTo>
                  <a:cubicBezTo>
                    <a:pt x="7768" y="495"/>
                    <a:pt x="7783" y="402"/>
                    <a:pt x="7797" y="309"/>
                  </a:cubicBezTo>
                  <a:cubicBezTo>
                    <a:pt x="7811" y="227"/>
                    <a:pt x="7824" y="144"/>
                    <a:pt x="7860" y="72"/>
                  </a:cubicBezTo>
                  <a:lnTo>
                    <a:pt x="7860" y="72"/>
                  </a:lnTo>
                  <a:cubicBezTo>
                    <a:pt x="8124" y="445"/>
                    <a:pt x="8503" y="637"/>
                    <a:pt x="8928" y="637"/>
                  </a:cubicBezTo>
                  <a:cubicBezTo>
                    <a:pt x="9144" y="637"/>
                    <a:pt x="9378" y="573"/>
                    <a:pt x="9594" y="465"/>
                  </a:cubicBezTo>
                  <a:cubicBezTo>
                    <a:pt x="9687" y="417"/>
                    <a:pt x="9750" y="358"/>
                    <a:pt x="9828" y="294"/>
                  </a:cubicBezTo>
                  <a:cubicBezTo>
                    <a:pt x="9884" y="221"/>
                    <a:pt x="9943" y="164"/>
                    <a:pt x="10015" y="117"/>
                  </a:cubicBezTo>
                  <a:lnTo>
                    <a:pt x="10015" y="117"/>
                  </a:lnTo>
                  <a:cubicBezTo>
                    <a:pt x="10072" y="154"/>
                    <a:pt x="10144" y="238"/>
                    <a:pt x="10215" y="309"/>
                  </a:cubicBezTo>
                  <a:cubicBezTo>
                    <a:pt x="10293" y="402"/>
                    <a:pt x="10386" y="495"/>
                    <a:pt x="10479" y="558"/>
                  </a:cubicBezTo>
                  <a:cubicBezTo>
                    <a:pt x="10665" y="666"/>
                    <a:pt x="10851" y="715"/>
                    <a:pt x="11037" y="715"/>
                  </a:cubicBezTo>
                  <a:cubicBezTo>
                    <a:pt x="11426" y="715"/>
                    <a:pt x="11773" y="468"/>
                    <a:pt x="12034" y="115"/>
                  </a:cubicBezTo>
                  <a:lnTo>
                    <a:pt x="12034" y="115"/>
                  </a:lnTo>
                  <a:cubicBezTo>
                    <a:pt x="12272" y="494"/>
                    <a:pt x="12676" y="715"/>
                    <a:pt x="13083" y="715"/>
                  </a:cubicBezTo>
                  <a:cubicBezTo>
                    <a:pt x="13441" y="715"/>
                    <a:pt x="13798" y="543"/>
                    <a:pt x="14017" y="143"/>
                  </a:cubicBezTo>
                  <a:lnTo>
                    <a:pt x="14017" y="143"/>
                  </a:lnTo>
                  <a:cubicBezTo>
                    <a:pt x="14079" y="291"/>
                    <a:pt x="14179" y="410"/>
                    <a:pt x="14307" y="480"/>
                  </a:cubicBezTo>
                  <a:cubicBezTo>
                    <a:pt x="14430" y="558"/>
                    <a:pt x="14586" y="603"/>
                    <a:pt x="14757" y="603"/>
                  </a:cubicBezTo>
                  <a:cubicBezTo>
                    <a:pt x="15103" y="603"/>
                    <a:pt x="15463" y="428"/>
                    <a:pt x="15637" y="123"/>
                  </a:cubicBezTo>
                  <a:lnTo>
                    <a:pt x="15637" y="123"/>
                  </a:lnTo>
                  <a:cubicBezTo>
                    <a:pt x="15812" y="493"/>
                    <a:pt x="16146" y="730"/>
                    <a:pt x="16476" y="730"/>
                  </a:cubicBezTo>
                  <a:cubicBezTo>
                    <a:pt x="16617" y="730"/>
                    <a:pt x="16769" y="681"/>
                    <a:pt x="16896" y="573"/>
                  </a:cubicBezTo>
                  <a:cubicBezTo>
                    <a:pt x="17008" y="489"/>
                    <a:pt x="17107" y="339"/>
                    <a:pt x="17183" y="149"/>
                  </a:cubicBezTo>
                  <a:lnTo>
                    <a:pt x="17183" y="149"/>
                  </a:lnTo>
                  <a:cubicBezTo>
                    <a:pt x="17332" y="387"/>
                    <a:pt x="17640" y="510"/>
                    <a:pt x="17919" y="510"/>
                  </a:cubicBezTo>
                  <a:cubicBezTo>
                    <a:pt x="18056" y="510"/>
                    <a:pt x="18198" y="480"/>
                    <a:pt x="18306" y="417"/>
                  </a:cubicBezTo>
                  <a:cubicBezTo>
                    <a:pt x="18402" y="351"/>
                    <a:pt x="18487" y="269"/>
                    <a:pt x="18538" y="141"/>
                  </a:cubicBezTo>
                  <a:lnTo>
                    <a:pt x="18538" y="141"/>
                  </a:lnTo>
                  <a:cubicBezTo>
                    <a:pt x="18614" y="343"/>
                    <a:pt x="18794" y="633"/>
                    <a:pt x="19079" y="774"/>
                  </a:cubicBezTo>
                  <a:cubicBezTo>
                    <a:pt x="19221" y="837"/>
                    <a:pt x="19329" y="867"/>
                    <a:pt x="19436" y="867"/>
                  </a:cubicBezTo>
                  <a:cubicBezTo>
                    <a:pt x="19622" y="867"/>
                    <a:pt x="19764" y="774"/>
                    <a:pt x="19857" y="622"/>
                  </a:cubicBezTo>
                  <a:cubicBezTo>
                    <a:pt x="19951" y="485"/>
                    <a:pt x="20008" y="326"/>
                    <a:pt x="20073" y="144"/>
                  </a:cubicBezTo>
                  <a:lnTo>
                    <a:pt x="20073" y="144"/>
                  </a:lnTo>
                  <a:cubicBezTo>
                    <a:pt x="20110" y="270"/>
                    <a:pt x="20197" y="397"/>
                    <a:pt x="20273" y="510"/>
                  </a:cubicBezTo>
                  <a:cubicBezTo>
                    <a:pt x="20459" y="823"/>
                    <a:pt x="20694" y="960"/>
                    <a:pt x="20895" y="960"/>
                  </a:cubicBezTo>
                  <a:cubicBezTo>
                    <a:pt x="21081" y="960"/>
                    <a:pt x="21233" y="867"/>
                    <a:pt x="21345" y="696"/>
                  </a:cubicBezTo>
                  <a:cubicBezTo>
                    <a:pt x="21467" y="529"/>
                    <a:pt x="21531" y="294"/>
                    <a:pt x="21531" y="15"/>
                  </a:cubicBezTo>
                  <a:lnTo>
                    <a:pt x="215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2d9969011a9_1_921"/>
            <p:cNvSpPr/>
            <p:nvPr/>
          </p:nvSpPr>
          <p:spPr>
            <a:xfrm>
              <a:off x="5108321" y="2180914"/>
              <a:ext cx="59414" cy="1474065"/>
            </a:xfrm>
            <a:custGeom>
              <a:rect b="b" l="l" r="r" t="t"/>
              <a:pathLst>
                <a:path extrusionOk="0" h="13425" w="530">
                  <a:moveTo>
                    <a:pt x="1" y="0"/>
                  </a:moveTo>
                  <a:lnTo>
                    <a:pt x="1" y="13425"/>
                  </a:lnTo>
                  <a:lnTo>
                    <a:pt x="529" y="13425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2d9969011a9_1_921"/>
            <p:cNvSpPr/>
            <p:nvPr/>
          </p:nvSpPr>
          <p:spPr>
            <a:xfrm>
              <a:off x="5110000" y="2180919"/>
              <a:ext cx="57738" cy="78493"/>
            </a:xfrm>
            <a:custGeom>
              <a:rect b="b" l="l" r="r" t="t"/>
              <a:pathLst>
                <a:path extrusionOk="0" h="700" w="515">
                  <a:moveTo>
                    <a:pt x="1" y="0"/>
                  </a:moveTo>
                  <a:lnTo>
                    <a:pt x="1" y="700"/>
                  </a:lnTo>
                  <a:lnTo>
                    <a:pt x="514" y="700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2d9969011a9_1_921"/>
            <p:cNvSpPr/>
            <p:nvPr/>
          </p:nvSpPr>
          <p:spPr>
            <a:xfrm>
              <a:off x="5078721" y="2037054"/>
              <a:ext cx="120297" cy="180641"/>
            </a:xfrm>
            <a:custGeom>
              <a:rect b="b" l="l" r="r" t="t"/>
              <a:pathLst>
                <a:path extrusionOk="0" h="1611" w="1073">
                  <a:moveTo>
                    <a:pt x="1" y="0"/>
                  </a:moveTo>
                  <a:lnTo>
                    <a:pt x="1" y="1611"/>
                  </a:lnTo>
                  <a:lnTo>
                    <a:pt x="1072" y="1611"/>
                  </a:lnTo>
                  <a:lnTo>
                    <a:pt x="10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2d9969011a9_1_921"/>
            <p:cNvSpPr/>
            <p:nvPr/>
          </p:nvSpPr>
          <p:spPr>
            <a:xfrm>
              <a:off x="4074534" y="2120480"/>
              <a:ext cx="1065181" cy="467246"/>
            </a:xfrm>
            <a:custGeom>
              <a:rect b="b" l="l" r="r" t="t"/>
              <a:pathLst>
                <a:path extrusionOk="0" h="4167" w="9501">
                  <a:moveTo>
                    <a:pt x="9300" y="0"/>
                  </a:moveTo>
                  <a:lnTo>
                    <a:pt x="1" y="3720"/>
                  </a:lnTo>
                  <a:lnTo>
                    <a:pt x="187" y="4166"/>
                  </a:lnTo>
                  <a:lnTo>
                    <a:pt x="9501" y="446"/>
                  </a:lnTo>
                  <a:lnTo>
                    <a:pt x="93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2d9969011a9_1_921"/>
            <p:cNvSpPr/>
            <p:nvPr/>
          </p:nvSpPr>
          <p:spPr>
            <a:xfrm>
              <a:off x="3824300" y="2554653"/>
              <a:ext cx="2597871" cy="40143"/>
            </a:xfrm>
            <a:custGeom>
              <a:rect b="b" l="l" r="r" t="t"/>
              <a:pathLst>
                <a:path extrusionOk="0" h="358" w="23172">
                  <a:moveTo>
                    <a:pt x="1" y="0"/>
                  </a:moveTo>
                  <a:lnTo>
                    <a:pt x="1" y="357"/>
                  </a:lnTo>
                  <a:lnTo>
                    <a:pt x="23171" y="357"/>
                  </a:lnTo>
                  <a:lnTo>
                    <a:pt x="231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2d9969011a9_1_921"/>
            <p:cNvSpPr/>
            <p:nvPr/>
          </p:nvSpPr>
          <p:spPr>
            <a:xfrm>
              <a:off x="5162132" y="2120480"/>
              <a:ext cx="1058566" cy="462200"/>
            </a:xfrm>
            <a:custGeom>
              <a:rect b="b" l="l" r="r" t="t"/>
              <a:pathLst>
                <a:path extrusionOk="0" h="4122" w="9442">
                  <a:moveTo>
                    <a:pt x="112" y="0"/>
                  </a:moveTo>
                  <a:lnTo>
                    <a:pt x="1" y="246"/>
                  </a:lnTo>
                  <a:lnTo>
                    <a:pt x="9334" y="4122"/>
                  </a:lnTo>
                  <a:lnTo>
                    <a:pt x="9442" y="387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2d9969011a9_1_921"/>
            <p:cNvSpPr/>
            <p:nvPr/>
          </p:nvSpPr>
          <p:spPr>
            <a:xfrm>
              <a:off x="3772168" y="2379055"/>
              <a:ext cx="325014" cy="194882"/>
            </a:xfrm>
            <a:custGeom>
              <a:rect b="b" l="l" r="r" t="t"/>
              <a:pathLst>
                <a:path extrusionOk="0" h="1738" w="2899">
                  <a:moveTo>
                    <a:pt x="1" y="0"/>
                  </a:moveTo>
                  <a:lnTo>
                    <a:pt x="1" y="1737"/>
                  </a:lnTo>
                  <a:lnTo>
                    <a:pt x="2899" y="1737"/>
                  </a:lnTo>
                  <a:lnTo>
                    <a:pt x="2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2d9969011a9_1_921"/>
            <p:cNvSpPr/>
            <p:nvPr/>
          </p:nvSpPr>
          <p:spPr>
            <a:xfrm>
              <a:off x="3881926" y="2572146"/>
              <a:ext cx="116485" cy="1082839"/>
            </a:xfrm>
            <a:custGeom>
              <a:rect b="b" l="l" r="r" t="t"/>
              <a:pathLst>
                <a:path extrusionOk="0" h="9657" w="1039">
                  <a:moveTo>
                    <a:pt x="0" y="1"/>
                  </a:moveTo>
                  <a:lnTo>
                    <a:pt x="0" y="9657"/>
                  </a:lnTo>
                  <a:lnTo>
                    <a:pt x="1038" y="9657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2d9969011a9_1_921"/>
            <p:cNvSpPr/>
            <p:nvPr/>
          </p:nvSpPr>
          <p:spPr>
            <a:xfrm>
              <a:off x="3881926" y="2606794"/>
              <a:ext cx="116485" cy="1004909"/>
            </a:xfrm>
            <a:custGeom>
              <a:rect b="b" l="l" r="r" t="t"/>
              <a:pathLst>
                <a:path extrusionOk="0" h="8962" w="1039">
                  <a:moveTo>
                    <a:pt x="0" y="0"/>
                  </a:moveTo>
                  <a:lnTo>
                    <a:pt x="0" y="279"/>
                  </a:lnTo>
                  <a:lnTo>
                    <a:pt x="1038" y="279"/>
                  </a:lnTo>
                  <a:lnTo>
                    <a:pt x="1038" y="0"/>
                  </a:lnTo>
                  <a:close/>
                  <a:moveTo>
                    <a:pt x="0" y="666"/>
                  </a:moveTo>
                  <a:lnTo>
                    <a:pt x="0" y="964"/>
                  </a:lnTo>
                  <a:lnTo>
                    <a:pt x="1038" y="964"/>
                  </a:lnTo>
                  <a:lnTo>
                    <a:pt x="1038" y="666"/>
                  </a:lnTo>
                  <a:close/>
                  <a:moveTo>
                    <a:pt x="0" y="1336"/>
                  </a:moveTo>
                  <a:lnTo>
                    <a:pt x="0" y="1630"/>
                  </a:lnTo>
                  <a:lnTo>
                    <a:pt x="1038" y="1630"/>
                  </a:lnTo>
                  <a:lnTo>
                    <a:pt x="1038" y="1336"/>
                  </a:lnTo>
                  <a:close/>
                  <a:moveTo>
                    <a:pt x="0" y="2016"/>
                  </a:moveTo>
                  <a:lnTo>
                    <a:pt x="0" y="2295"/>
                  </a:lnTo>
                  <a:lnTo>
                    <a:pt x="1038" y="2295"/>
                  </a:lnTo>
                  <a:lnTo>
                    <a:pt x="1038" y="2016"/>
                  </a:lnTo>
                  <a:close/>
                  <a:moveTo>
                    <a:pt x="0" y="2682"/>
                  </a:moveTo>
                  <a:lnTo>
                    <a:pt x="0" y="2961"/>
                  </a:lnTo>
                  <a:lnTo>
                    <a:pt x="1038" y="2961"/>
                  </a:lnTo>
                  <a:lnTo>
                    <a:pt x="1038" y="2682"/>
                  </a:lnTo>
                  <a:close/>
                  <a:moveTo>
                    <a:pt x="0" y="3348"/>
                  </a:moveTo>
                  <a:lnTo>
                    <a:pt x="0" y="3627"/>
                  </a:lnTo>
                  <a:lnTo>
                    <a:pt x="1038" y="3627"/>
                  </a:lnTo>
                  <a:lnTo>
                    <a:pt x="1038" y="3348"/>
                  </a:lnTo>
                  <a:close/>
                  <a:moveTo>
                    <a:pt x="0" y="4014"/>
                  </a:moveTo>
                  <a:lnTo>
                    <a:pt x="0" y="4293"/>
                  </a:lnTo>
                  <a:lnTo>
                    <a:pt x="1038" y="4293"/>
                  </a:lnTo>
                  <a:lnTo>
                    <a:pt x="1038" y="4014"/>
                  </a:lnTo>
                  <a:close/>
                  <a:moveTo>
                    <a:pt x="0" y="4683"/>
                  </a:moveTo>
                  <a:lnTo>
                    <a:pt x="0" y="4962"/>
                  </a:lnTo>
                  <a:lnTo>
                    <a:pt x="1038" y="4962"/>
                  </a:lnTo>
                  <a:lnTo>
                    <a:pt x="1038" y="4683"/>
                  </a:lnTo>
                  <a:close/>
                  <a:moveTo>
                    <a:pt x="0" y="5349"/>
                  </a:moveTo>
                  <a:lnTo>
                    <a:pt x="0" y="5628"/>
                  </a:lnTo>
                  <a:lnTo>
                    <a:pt x="1038" y="5628"/>
                  </a:lnTo>
                  <a:lnTo>
                    <a:pt x="1038" y="5349"/>
                  </a:lnTo>
                  <a:close/>
                  <a:moveTo>
                    <a:pt x="0" y="6015"/>
                  </a:moveTo>
                  <a:lnTo>
                    <a:pt x="0" y="6294"/>
                  </a:lnTo>
                  <a:lnTo>
                    <a:pt x="1038" y="6294"/>
                  </a:lnTo>
                  <a:lnTo>
                    <a:pt x="1038" y="6015"/>
                  </a:lnTo>
                  <a:close/>
                  <a:moveTo>
                    <a:pt x="0" y="6681"/>
                  </a:moveTo>
                  <a:lnTo>
                    <a:pt x="0" y="6960"/>
                  </a:lnTo>
                  <a:lnTo>
                    <a:pt x="1038" y="6960"/>
                  </a:lnTo>
                  <a:lnTo>
                    <a:pt x="1038" y="6681"/>
                  </a:lnTo>
                  <a:close/>
                  <a:moveTo>
                    <a:pt x="0" y="7347"/>
                  </a:moveTo>
                  <a:lnTo>
                    <a:pt x="0" y="7626"/>
                  </a:lnTo>
                  <a:lnTo>
                    <a:pt x="1038" y="7626"/>
                  </a:lnTo>
                  <a:lnTo>
                    <a:pt x="1038" y="7347"/>
                  </a:lnTo>
                  <a:close/>
                  <a:moveTo>
                    <a:pt x="0" y="8013"/>
                  </a:moveTo>
                  <a:lnTo>
                    <a:pt x="0" y="8292"/>
                  </a:lnTo>
                  <a:lnTo>
                    <a:pt x="1038" y="8292"/>
                  </a:lnTo>
                  <a:lnTo>
                    <a:pt x="1038" y="8013"/>
                  </a:lnTo>
                  <a:close/>
                  <a:moveTo>
                    <a:pt x="0" y="8682"/>
                  </a:moveTo>
                  <a:lnTo>
                    <a:pt x="0" y="8961"/>
                  </a:lnTo>
                  <a:lnTo>
                    <a:pt x="1038" y="8961"/>
                  </a:lnTo>
                  <a:lnTo>
                    <a:pt x="1038" y="868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2d9969011a9_1_921"/>
            <p:cNvSpPr/>
            <p:nvPr/>
          </p:nvSpPr>
          <p:spPr>
            <a:xfrm>
              <a:off x="3824300" y="2579210"/>
              <a:ext cx="2597871" cy="15586"/>
            </a:xfrm>
            <a:custGeom>
              <a:rect b="b" l="l" r="r" t="t"/>
              <a:pathLst>
                <a:path extrusionOk="0" h="139" w="23172">
                  <a:moveTo>
                    <a:pt x="1" y="1"/>
                  </a:moveTo>
                  <a:lnTo>
                    <a:pt x="1" y="138"/>
                  </a:lnTo>
                  <a:lnTo>
                    <a:pt x="23171" y="138"/>
                  </a:lnTo>
                  <a:lnTo>
                    <a:pt x="231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2d9969011a9_1_921"/>
            <p:cNvSpPr/>
            <p:nvPr/>
          </p:nvSpPr>
          <p:spPr>
            <a:xfrm>
              <a:off x="5118745" y="2106239"/>
              <a:ext cx="41818" cy="41825"/>
            </a:xfrm>
            <a:custGeom>
              <a:rect b="b" l="l" r="r" t="t"/>
              <a:pathLst>
                <a:path extrusionOk="0" h="373" w="373">
                  <a:moveTo>
                    <a:pt x="187" y="1"/>
                  </a:moveTo>
                  <a:cubicBezTo>
                    <a:pt x="79" y="1"/>
                    <a:pt x="1" y="94"/>
                    <a:pt x="1" y="187"/>
                  </a:cubicBezTo>
                  <a:cubicBezTo>
                    <a:pt x="1" y="294"/>
                    <a:pt x="79" y="373"/>
                    <a:pt x="187" y="373"/>
                  </a:cubicBezTo>
                  <a:cubicBezTo>
                    <a:pt x="280" y="373"/>
                    <a:pt x="373" y="294"/>
                    <a:pt x="373" y="187"/>
                  </a:cubicBezTo>
                  <a:cubicBezTo>
                    <a:pt x="373" y="94"/>
                    <a:pt x="280" y="1"/>
                    <a:pt x="1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g2d9969011a9_1_921"/>
            <p:cNvSpPr/>
            <p:nvPr/>
          </p:nvSpPr>
          <p:spPr>
            <a:xfrm>
              <a:off x="3824300" y="2410340"/>
              <a:ext cx="220750" cy="133995"/>
            </a:xfrm>
            <a:custGeom>
              <a:rect b="b" l="l" r="r" t="t"/>
              <a:pathLst>
                <a:path extrusionOk="0" h="1195" w="1969">
                  <a:moveTo>
                    <a:pt x="1" y="0"/>
                  </a:moveTo>
                  <a:lnTo>
                    <a:pt x="1" y="1194"/>
                  </a:lnTo>
                  <a:lnTo>
                    <a:pt x="1969" y="1194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g2d9969011a9_1_921"/>
            <p:cNvSpPr/>
            <p:nvPr/>
          </p:nvSpPr>
          <p:spPr>
            <a:xfrm>
              <a:off x="5547909" y="2565082"/>
              <a:ext cx="106507" cy="88919"/>
            </a:xfrm>
            <a:custGeom>
              <a:rect b="b" l="l" r="r" t="t"/>
              <a:pathLst>
                <a:path extrusionOk="0" h="793" w="950">
                  <a:moveTo>
                    <a:pt x="127" y="0"/>
                  </a:moveTo>
                  <a:cubicBezTo>
                    <a:pt x="64" y="0"/>
                    <a:pt x="1" y="93"/>
                    <a:pt x="1" y="186"/>
                  </a:cubicBezTo>
                  <a:lnTo>
                    <a:pt x="1" y="621"/>
                  </a:lnTo>
                  <a:cubicBezTo>
                    <a:pt x="1" y="714"/>
                    <a:pt x="64" y="793"/>
                    <a:pt x="127" y="793"/>
                  </a:cubicBezTo>
                  <a:lnTo>
                    <a:pt x="808" y="793"/>
                  </a:lnTo>
                  <a:cubicBezTo>
                    <a:pt x="886" y="793"/>
                    <a:pt x="949" y="714"/>
                    <a:pt x="949" y="621"/>
                  </a:cubicBezTo>
                  <a:lnTo>
                    <a:pt x="949" y="186"/>
                  </a:lnTo>
                  <a:cubicBezTo>
                    <a:pt x="949" y="93"/>
                    <a:pt x="886" y="0"/>
                    <a:pt x="8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2d9969011a9_1_921"/>
            <p:cNvSpPr/>
            <p:nvPr/>
          </p:nvSpPr>
          <p:spPr>
            <a:xfrm>
              <a:off x="5527056" y="2961354"/>
              <a:ext cx="151464" cy="40143"/>
            </a:xfrm>
            <a:custGeom>
              <a:rect b="b" l="l" r="r" t="t"/>
              <a:pathLst>
                <a:path extrusionOk="0" h="358" w="1351">
                  <a:moveTo>
                    <a:pt x="127" y="0"/>
                  </a:moveTo>
                  <a:cubicBezTo>
                    <a:pt x="49" y="0"/>
                    <a:pt x="1" y="78"/>
                    <a:pt x="1" y="171"/>
                  </a:cubicBezTo>
                  <a:lnTo>
                    <a:pt x="1" y="186"/>
                  </a:lnTo>
                  <a:cubicBezTo>
                    <a:pt x="1" y="279"/>
                    <a:pt x="49" y="357"/>
                    <a:pt x="127" y="357"/>
                  </a:cubicBezTo>
                  <a:lnTo>
                    <a:pt x="1210" y="357"/>
                  </a:lnTo>
                  <a:cubicBezTo>
                    <a:pt x="1288" y="357"/>
                    <a:pt x="1351" y="279"/>
                    <a:pt x="1351" y="186"/>
                  </a:cubicBezTo>
                  <a:lnTo>
                    <a:pt x="1351" y="171"/>
                  </a:lnTo>
                  <a:cubicBezTo>
                    <a:pt x="1351" y="78"/>
                    <a:pt x="1288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7" name="Google Shape;797;g2d9969011a9_1_921"/>
            <p:cNvGrpSpPr/>
            <p:nvPr/>
          </p:nvGrpSpPr>
          <p:grpSpPr>
            <a:xfrm flipH="1">
              <a:off x="5463878" y="3001502"/>
              <a:ext cx="277798" cy="136953"/>
              <a:chOff x="6398068" y="419971"/>
              <a:chExt cx="627651" cy="309358"/>
            </a:xfrm>
          </p:grpSpPr>
          <p:sp>
            <p:nvSpPr>
              <p:cNvPr id="798" name="Google Shape;798;g2d9969011a9_1_92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g2d9969011a9_1_92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g2d9969011a9_1_92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g2d9969011a9_1_921"/>
            <p:cNvGrpSpPr/>
            <p:nvPr/>
          </p:nvGrpSpPr>
          <p:grpSpPr>
            <a:xfrm>
              <a:off x="4760155" y="3246311"/>
              <a:ext cx="1386606" cy="410833"/>
              <a:chOff x="6025105" y="4036950"/>
              <a:chExt cx="2573030" cy="762214"/>
            </a:xfrm>
          </p:grpSpPr>
          <p:grpSp>
            <p:nvGrpSpPr>
              <p:cNvPr id="802" name="Google Shape;802;g2d9969011a9_1_921"/>
              <p:cNvGrpSpPr/>
              <p:nvPr/>
            </p:nvGrpSpPr>
            <p:grpSpPr>
              <a:xfrm flipH="1">
                <a:off x="6025105" y="4545088"/>
                <a:ext cx="515489" cy="254076"/>
                <a:chOff x="5770418" y="419971"/>
                <a:chExt cx="627651" cy="309358"/>
              </a:xfrm>
            </p:grpSpPr>
            <p:sp>
              <p:nvSpPr>
                <p:cNvPr id="803" name="Google Shape;803;g2d9969011a9_1_92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g2d9969011a9_1_92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g2d9969011a9_1_92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06" name="Google Shape;806;g2d9969011a9_1_921"/>
              <p:cNvGrpSpPr/>
              <p:nvPr/>
            </p:nvGrpSpPr>
            <p:grpSpPr>
              <a:xfrm flipH="1">
                <a:off x="6539012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807" name="Google Shape;807;g2d9969011a9_1_92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" name="Google Shape;808;g2d9969011a9_1_92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" name="Google Shape;809;g2d9969011a9_1_92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0" name="Google Shape;810;g2d9969011a9_1_921"/>
              <p:cNvGrpSpPr/>
              <p:nvPr/>
            </p:nvGrpSpPr>
            <p:grpSpPr>
              <a:xfrm flipH="1">
                <a:off x="7053248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811" name="Google Shape;811;g2d9969011a9_1_92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" name="Google Shape;812;g2d9969011a9_1_92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g2d9969011a9_1_92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4" name="Google Shape;814;g2d9969011a9_1_921"/>
              <p:cNvGrpSpPr/>
              <p:nvPr/>
            </p:nvGrpSpPr>
            <p:grpSpPr>
              <a:xfrm flipH="1">
                <a:off x="7568738" y="4545088"/>
                <a:ext cx="515489" cy="254076"/>
                <a:chOff x="5770418" y="419971"/>
                <a:chExt cx="627651" cy="309358"/>
              </a:xfrm>
            </p:grpSpPr>
            <p:sp>
              <p:nvSpPr>
                <p:cNvPr id="815" name="Google Shape;815;g2d9969011a9_1_92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g2d9969011a9_1_92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g2d9969011a9_1_92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8" name="Google Shape;818;g2d9969011a9_1_921"/>
              <p:cNvGrpSpPr/>
              <p:nvPr/>
            </p:nvGrpSpPr>
            <p:grpSpPr>
              <a:xfrm flipH="1">
                <a:off x="8082645" y="4545088"/>
                <a:ext cx="515489" cy="254076"/>
                <a:chOff x="6398068" y="419971"/>
                <a:chExt cx="627651" cy="309358"/>
              </a:xfrm>
            </p:grpSpPr>
            <p:sp>
              <p:nvSpPr>
                <p:cNvPr id="819" name="Google Shape;819;g2d9969011a9_1_92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Google Shape;820;g2d9969011a9_1_92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g2d9969011a9_1_92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2" name="Google Shape;822;g2d9969011a9_1_921"/>
              <p:cNvGrpSpPr/>
              <p:nvPr/>
            </p:nvGrpSpPr>
            <p:grpSpPr>
              <a:xfrm flipH="1">
                <a:off x="6537759" y="4291019"/>
                <a:ext cx="515489" cy="254076"/>
                <a:chOff x="6398068" y="419971"/>
                <a:chExt cx="627651" cy="309358"/>
              </a:xfrm>
            </p:grpSpPr>
            <p:sp>
              <p:nvSpPr>
                <p:cNvPr id="823" name="Google Shape;823;g2d9969011a9_1_92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" name="Google Shape;824;g2d9969011a9_1_92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" name="Google Shape;825;g2d9969011a9_1_92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6" name="Google Shape;826;g2d9969011a9_1_921"/>
              <p:cNvGrpSpPr/>
              <p:nvPr/>
            </p:nvGrpSpPr>
            <p:grpSpPr>
              <a:xfrm flipH="1">
                <a:off x="7053249" y="4291019"/>
                <a:ext cx="515489" cy="254076"/>
                <a:chOff x="5770418" y="419971"/>
                <a:chExt cx="627651" cy="309358"/>
              </a:xfrm>
            </p:grpSpPr>
            <p:sp>
              <p:nvSpPr>
                <p:cNvPr id="827" name="Google Shape;827;g2d9969011a9_1_92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" name="Google Shape;828;g2d9969011a9_1_92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9" name="Google Shape;829;g2d9969011a9_1_92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0" name="Google Shape;830;g2d9969011a9_1_921"/>
              <p:cNvGrpSpPr/>
              <p:nvPr/>
            </p:nvGrpSpPr>
            <p:grpSpPr>
              <a:xfrm flipH="1">
                <a:off x="7053248" y="4036950"/>
                <a:ext cx="515489" cy="254076"/>
                <a:chOff x="6398068" y="419971"/>
                <a:chExt cx="627651" cy="309358"/>
              </a:xfrm>
            </p:grpSpPr>
            <p:sp>
              <p:nvSpPr>
                <p:cNvPr id="831" name="Google Shape;831;g2d9969011a9_1_92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2" name="Google Shape;832;g2d9969011a9_1_92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3" name="Google Shape;833;g2d9969011a9_1_92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34" name="Google Shape;834;g2d9969011a9_1_921"/>
              <p:cNvGrpSpPr/>
              <p:nvPr/>
            </p:nvGrpSpPr>
            <p:grpSpPr>
              <a:xfrm flipH="1">
                <a:off x="7568738" y="4291019"/>
                <a:ext cx="515489" cy="254076"/>
                <a:chOff x="5770418" y="419971"/>
                <a:chExt cx="627651" cy="309358"/>
              </a:xfrm>
            </p:grpSpPr>
            <p:sp>
              <p:nvSpPr>
                <p:cNvPr id="835" name="Google Shape;835;g2d9969011a9_1_92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6" name="Google Shape;836;g2d9969011a9_1_92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7" name="Google Shape;837;g2d9969011a9_1_92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838" name="Google Shape;838;g2d9969011a9_1_921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b="1" i="0" sz="28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d9969011a9_1_58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b="1" i="0" sz="28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4" name="Google Shape;424;g2d9969011a9_1_58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b="0" i="0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i.org/10.1561/1900000006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www.oracle.com/uk/data-deduplication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"/>
          <p:cNvSpPr txBox="1"/>
          <p:nvPr>
            <p:ph type="ctrTitle"/>
          </p:nvPr>
        </p:nvSpPr>
        <p:spPr>
          <a:xfrm>
            <a:off x="713150" y="534125"/>
            <a:ext cx="9290700" cy="16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/>
              <a:t>Open Data Portal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>
                <a:solidFill>
                  <a:schemeClr val="lt1"/>
                </a:solidFill>
              </a:rPr>
              <a:t>Port Management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44" name="Google Shape;844;p1"/>
          <p:cNvGrpSpPr/>
          <p:nvPr/>
        </p:nvGrpSpPr>
        <p:grpSpPr>
          <a:xfrm>
            <a:off x="2419710" y="2858767"/>
            <a:ext cx="6316879" cy="1904882"/>
            <a:chOff x="583359" y="2890927"/>
            <a:chExt cx="6100907" cy="1839755"/>
          </a:xfrm>
        </p:grpSpPr>
        <p:grpSp>
          <p:nvGrpSpPr>
            <p:cNvPr id="845" name="Google Shape;845;p1"/>
            <p:cNvGrpSpPr/>
            <p:nvPr/>
          </p:nvGrpSpPr>
          <p:grpSpPr>
            <a:xfrm>
              <a:off x="4308105" y="3964585"/>
              <a:ext cx="629157" cy="310101"/>
              <a:chOff x="6398068" y="419971"/>
              <a:chExt cx="627651" cy="309358"/>
            </a:xfrm>
          </p:grpSpPr>
          <p:sp>
            <p:nvSpPr>
              <p:cNvPr id="846" name="Google Shape;846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9" name="Google Shape;849;p1"/>
            <p:cNvGrpSpPr/>
            <p:nvPr/>
          </p:nvGrpSpPr>
          <p:grpSpPr>
            <a:xfrm>
              <a:off x="3678948" y="3964585"/>
              <a:ext cx="629157" cy="310101"/>
              <a:chOff x="5770418" y="419971"/>
              <a:chExt cx="627651" cy="309358"/>
            </a:xfrm>
          </p:grpSpPr>
          <p:sp>
            <p:nvSpPr>
              <p:cNvPr id="850" name="Google Shape;850;p1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1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1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3" name="Google Shape;853;p1"/>
            <p:cNvGrpSpPr/>
            <p:nvPr/>
          </p:nvGrpSpPr>
          <p:grpSpPr>
            <a:xfrm>
              <a:off x="3051743" y="3964585"/>
              <a:ext cx="629157" cy="310101"/>
              <a:chOff x="6398068" y="419971"/>
              <a:chExt cx="627651" cy="309358"/>
            </a:xfrm>
          </p:grpSpPr>
          <p:sp>
            <p:nvSpPr>
              <p:cNvPr id="854" name="Google Shape;854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1"/>
            <p:cNvGrpSpPr/>
            <p:nvPr/>
          </p:nvGrpSpPr>
          <p:grpSpPr>
            <a:xfrm>
              <a:off x="2424126" y="3964585"/>
              <a:ext cx="629157" cy="310101"/>
              <a:chOff x="6398068" y="419971"/>
              <a:chExt cx="627651" cy="309358"/>
            </a:xfrm>
          </p:grpSpPr>
          <p:sp>
            <p:nvSpPr>
              <p:cNvPr id="858" name="Google Shape;858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1"/>
            <p:cNvGrpSpPr/>
            <p:nvPr/>
          </p:nvGrpSpPr>
          <p:grpSpPr>
            <a:xfrm>
              <a:off x="1794970" y="3964585"/>
              <a:ext cx="629157" cy="310101"/>
              <a:chOff x="5770418" y="419971"/>
              <a:chExt cx="627651" cy="309358"/>
            </a:xfrm>
          </p:grpSpPr>
          <p:sp>
            <p:nvSpPr>
              <p:cNvPr id="862" name="Google Shape;862;p1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1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1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1"/>
            <p:cNvGrpSpPr/>
            <p:nvPr/>
          </p:nvGrpSpPr>
          <p:grpSpPr>
            <a:xfrm>
              <a:off x="1167764" y="3964585"/>
              <a:ext cx="629157" cy="310101"/>
              <a:chOff x="6398068" y="419971"/>
              <a:chExt cx="627651" cy="309358"/>
            </a:xfrm>
          </p:grpSpPr>
          <p:sp>
            <p:nvSpPr>
              <p:cNvPr id="866" name="Google Shape;866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9" name="Google Shape;869;p1"/>
            <p:cNvGrpSpPr/>
            <p:nvPr/>
          </p:nvGrpSpPr>
          <p:grpSpPr>
            <a:xfrm>
              <a:off x="3053272" y="3654495"/>
              <a:ext cx="629157" cy="310101"/>
              <a:chOff x="6398068" y="419971"/>
              <a:chExt cx="627651" cy="309358"/>
            </a:xfrm>
          </p:grpSpPr>
          <p:sp>
            <p:nvSpPr>
              <p:cNvPr id="870" name="Google Shape;870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1"/>
            <p:cNvGrpSpPr/>
            <p:nvPr/>
          </p:nvGrpSpPr>
          <p:grpSpPr>
            <a:xfrm>
              <a:off x="2424115" y="3654495"/>
              <a:ext cx="629157" cy="310101"/>
              <a:chOff x="5770418" y="419971"/>
              <a:chExt cx="627651" cy="309358"/>
            </a:xfrm>
          </p:grpSpPr>
          <p:sp>
            <p:nvSpPr>
              <p:cNvPr id="874" name="Google Shape;874;p1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1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1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7" name="Google Shape;877;p1"/>
            <p:cNvGrpSpPr/>
            <p:nvPr/>
          </p:nvGrpSpPr>
          <p:grpSpPr>
            <a:xfrm>
              <a:off x="2424126" y="3344405"/>
              <a:ext cx="629157" cy="310101"/>
              <a:chOff x="6398068" y="419971"/>
              <a:chExt cx="627651" cy="309358"/>
            </a:xfrm>
          </p:grpSpPr>
          <p:sp>
            <p:nvSpPr>
              <p:cNvPr id="878" name="Google Shape;878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1"/>
            <p:cNvGrpSpPr/>
            <p:nvPr/>
          </p:nvGrpSpPr>
          <p:grpSpPr>
            <a:xfrm>
              <a:off x="3053257" y="3344416"/>
              <a:ext cx="629157" cy="310101"/>
              <a:chOff x="5770418" y="419971"/>
              <a:chExt cx="627651" cy="309358"/>
            </a:xfrm>
          </p:grpSpPr>
          <p:sp>
            <p:nvSpPr>
              <p:cNvPr id="882" name="Google Shape;882;p1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1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1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1"/>
            <p:cNvGrpSpPr/>
            <p:nvPr/>
          </p:nvGrpSpPr>
          <p:grpSpPr>
            <a:xfrm>
              <a:off x="3682417" y="3654485"/>
              <a:ext cx="629157" cy="310101"/>
              <a:chOff x="6398068" y="419971"/>
              <a:chExt cx="627651" cy="309358"/>
            </a:xfrm>
          </p:grpSpPr>
          <p:sp>
            <p:nvSpPr>
              <p:cNvPr id="886" name="Google Shape;886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1"/>
            <p:cNvGrpSpPr/>
            <p:nvPr/>
          </p:nvGrpSpPr>
          <p:grpSpPr>
            <a:xfrm>
              <a:off x="1795377" y="3654484"/>
              <a:ext cx="629157" cy="310101"/>
              <a:chOff x="6398068" y="419971"/>
              <a:chExt cx="627651" cy="309358"/>
            </a:xfrm>
          </p:grpSpPr>
          <p:sp>
            <p:nvSpPr>
              <p:cNvPr id="890" name="Google Shape;890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3" name="Google Shape;893;p1"/>
            <p:cNvGrpSpPr/>
            <p:nvPr/>
          </p:nvGrpSpPr>
          <p:grpSpPr>
            <a:xfrm>
              <a:off x="1796908" y="3344416"/>
              <a:ext cx="629157" cy="310101"/>
              <a:chOff x="6398068" y="419971"/>
              <a:chExt cx="627651" cy="309358"/>
            </a:xfrm>
          </p:grpSpPr>
          <p:sp>
            <p:nvSpPr>
              <p:cNvPr id="894" name="Google Shape;894;p1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1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1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7" name="Google Shape;897;p1"/>
            <p:cNvGrpSpPr/>
            <p:nvPr/>
          </p:nvGrpSpPr>
          <p:grpSpPr>
            <a:xfrm>
              <a:off x="583359" y="3966475"/>
              <a:ext cx="6100907" cy="764207"/>
              <a:chOff x="1373928" y="3787737"/>
              <a:chExt cx="7528266" cy="942999"/>
            </a:xfrm>
          </p:grpSpPr>
          <p:sp>
            <p:nvSpPr>
              <p:cNvPr id="898" name="Google Shape;898;p1"/>
              <p:cNvSpPr/>
              <p:nvPr/>
            </p:nvSpPr>
            <p:spPr>
              <a:xfrm>
                <a:off x="1373928" y="3787737"/>
                <a:ext cx="7528266" cy="942997"/>
              </a:xfrm>
              <a:custGeom>
                <a:rect b="b" l="l" r="r" t="t"/>
                <a:pathLst>
                  <a:path extrusionOk="0" h="4650" w="37123">
                    <a:moveTo>
                      <a:pt x="8183" y="1023"/>
                    </a:moveTo>
                    <a:lnTo>
                      <a:pt x="8183" y="1332"/>
                    </a:lnTo>
                    <a:cubicBezTo>
                      <a:pt x="8090" y="1224"/>
                      <a:pt x="7983" y="1116"/>
                      <a:pt x="7890" y="1023"/>
                    </a:cubicBezTo>
                    <a:close/>
                    <a:moveTo>
                      <a:pt x="27946" y="1023"/>
                    </a:moveTo>
                    <a:cubicBezTo>
                      <a:pt x="27790" y="1194"/>
                      <a:pt x="27604" y="1351"/>
                      <a:pt x="27374" y="1473"/>
                    </a:cubicBezTo>
                    <a:lnTo>
                      <a:pt x="27374" y="1023"/>
                    </a:lnTo>
                    <a:close/>
                    <a:moveTo>
                      <a:pt x="27188" y="1023"/>
                    </a:moveTo>
                    <a:lnTo>
                      <a:pt x="27188" y="1566"/>
                    </a:lnTo>
                    <a:cubicBezTo>
                      <a:pt x="27109" y="1611"/>
                      <a:pt x="27016" y="1644"/>
                      <a:pt x="26923" y="1674"/>
                    </a:cubicBezTo>
                    <a:cubicBezTo>
                      <a:pt x="26894" y="1674"/>
                      <a:pt x="26830" y="1674"/>
                      <a:pt x="26782" y="1689"/>
                    </a:cubicBezTo>
                    <a:lnTo>
                      <a:pt x="26782" y="1023"/>
                    </a:lnTo>
                    <a:close/>
                    <a:moveTo>
                      <a:pt x="8790" y="1023"/>
                    </a:moveTo>
                    <a:lnTo>
                      <a:pt x="8790" y="1737"/>
                    </a:lnTo>
                    <a:lnTo>
                      <a:pt x="8727" y="1737"/>
                    </a:lnTo>
                    <a:cubicBezTo>
                      <a:pt x="8634" y="1737"/>
                      <a:pt x="8511" y="1644"/>
                      <a:pt x="8369" y="1503"/>
                    </a:cubicBezTo>
                    <a:lnTo>
                      <a:pt x="8369" y="1023"/>
                    </a:lnTo>
                    <a:close/>
                    <a:moveTo>
                      <a:pt x="9377" y="1023"/>
                    </a:moveTo>
                    <a:lnTo>
                      <a:pt x="9377" y="1737"/>
                    </a:lnTo>
                    <a:lnTo>
                      <a:pt x="8961" y="1737"/>
                    </a:lnTo>
                    <a:lnTo>
                      <a:pt x="8961" y="1023"/>
                    </a:lnTo>
                    <a:close/>
                    <a:moveTo>
                      <a:pt x="26596" y="1023"/>
                    </a:moveTo>
                    <a:lnTo>
                      <a:pt x="26596" y="1704"/>
                    </a:lnTo>
                    <a:cubicBezTo>
                      <a:pt x="26473" y="1723"/>
                      <a:pt x="26351" y="1737"/>
                      <a:pt x="26180" y="1737"/>
                    </a:cubicBezTo>
                    <a:lnTo>
                      <a:pt x="26180" y="1023"/>
                    </a:lnTo>
                    <a:close/>
                    <a:moveTo>
                      <a:pt x="9969" y="1023"/>
                    </a:moveTo>
                    <a:lnTo>
                      <a:pt x="9969" y="1752"/>
                    </a:lnTo>
                    <a:lnTo>
                      <a:pt x="9563" y="1752"/>
                    </a:lnTo>
                    <a:lnTo>
                      <a:pt x="9563" y="1023"/>
                    </a:lnTo>
                    <a:close/>
                    <a:moveTo>
                      <a:pt x="10557" y="1023"/>
                    </a:moveTo>
                    <a:lnTo>
                      <a:pt x="10557" y="1752"/>
                    </a:lnTo>
                    <a:lnTo>
                      <a:pt x="10155" y="1752"/>
                    </a:lnTo>
                    <a:lnTo>
                      <a:pt x="10155" y="1023"/>
                    </a:lnTo>
                    <a:close/>
                    <a:moveTo>
                      <a:pt x="11159" y="1023"/>
                    </a:moveTo>
                    <a:lnTo>
                      <a:pt x="11159" y="1767"/>
                    </a:lnTo>
                    <a:cubicBezTo>
                      <a:pt x="11022" y="1752"/>
                      <a:pt x="10880" y="1752"/>
                      <a:pt x="10743" y="1752"/>
                    </a:cubicBezTo>
                    <a:lnTo>
                      <a:pt x="10743" y="1023"/>
                    </a:lnTo>
                    <a:close/>
                    <a:moveTo>
                      <a:pt x="11751" y="1023"/>
                    </a:moveTo>
                    <a:lnTo>
                      <a:pt x="11751" y="1767"/>
                    </a:lnTo>
                    <a:lnTo>
                      <a:pt x="11345" y="1767"/>
                    </a:lnTo>
                    <a:lnTo>
                      <a:pt x="11345" y="1023"/>
                    </a:lnTo>
                    <a:close/>
                    <a:moveTo>
                      <a:pt x="12338" y="1023"/>
                    </a:moveTo>
                    <a:lnTo>
                      <a:pt x="12338" y="1767"/>
                    </a:lnTo>
                    <a:lnTo>
                      <a:pt x="11937" y="1767"/>
                    </a:lnTo>
                    <a:lnTo>
                      <a:pt x="11937" y="1023"/>
                    </a:lnTo>
                    <a:close/>
                    <a:moveTo>
                      <a:pt x="25994" y="1023"/>
                    </a:moveTo>
                    <a:lnTo>
                      <a:pt x="25994" y="1752"/>
                    </a:lnTo>
                    <a:cubicBezTo>
                      <a:pt x="25886" y="1752"/>
                      <a:pt x="25729" y="1752"/>
                      <a:pt x="25592" y="1767"/>
                    </a:cubicBezTo>
                    <a:lnTo>
                      <a:pt x="25592" y="1023"/>
                    </a:lnTo>
                    <a:close/>
                    <a:moveTo>
                      <a:pt x="12945" y="1023"/>
                    </a:moveTo>
                    <a:lnTo>
                      <a:pt x="12945" y="1782"/>
                    </a:lnTo>
                    <a:cubicBezTo>
                      <a:pt x="12803" y="1782"/>
                      <a:pt x="12666" y="1767"/>
                      <a:pt x="12524" y="1767"/>
                    </a:cubicBezTo>
                    <a:lnTo>
                      <a:pt x="12524" y="1023"/>
                    </a:lnTo>
                    <a:close/>
                    <a:moveTo>
                      <a:pt x="13532" y="1023"/>
                    </a:moveTo>
                    <a:lnTo>
                      <a:pt x="13532" y="1782"/>
                    </a:lnTo>
                    <a:lnTo>
                      <a:pt x="13131" y="1782"/>
                    </a:lnTo>
                    <a:lnTo>
                      <a:pt x="13131" y="1023"/>
                    </a:lnTo>
                    <a:close/>
                    <a:moveTo>
                      <a:pt x="14120" y="1023"/>
                    </a:moveTo>
                    <a:lnTo>
                      <a:pt x="14120" y="1782"/>
                    </a:lnTo>
                    <a:lnTo>
                      <a:pt x="13718" y="1782"/>
                    </a:lnTo>
                    <a:lnTo>
                      <a:pt x="13718" y="1023"/>
                    </a:lnTo>
                    <a:close/>
                    <a:moveTo>
                      <a:pt x="25406" y="1023"/>
                    </a:moveTo>
                    <a:lnTo>
                      <a:pt x="25406" y="1767"/>
                    </a:lnTo>
                    <a:cubicBezTo>
                      <a:pt x="25264" y="1767"/>
                      <a:pt x="25157" y="1782"/>
                      <a:pt x="25000" y="1782"/>
                    </a:cubicBezTo>
                    <a:lnTo>
                      <a:pt x="25000" y="1023"/>
                    </a:lnTo>
                    <a:close/>
                    <a:moveTo>
                      <a:pt x="14726" y="1023"/>
                    </a:moveTo>
                    <a:lnTo>
                      <a:pt x="14726" y="1797"/>
                    </a:lnTo>
                    <a:cubicBezTo>
                      <a:pt x="14585" y="1797"/>
                      <a:pt x="14447" y="1782"/>
                      <a:pt x="14306" y="1782"/>
                    </a:cubicBezTo>
                    <a:lnTo>
                      <a:pt x="14306" y="1023"/>
                    </a:lnTo>
                    <a:close/>
                    <a:moveTo>
                      <a:pt x="15314" y="1023"/>
                    </a:moveTo>
                    <a:lnTo>
                      <a:pt x="15314" y="1797"/>
                    </a:lnTo>
                    <a:lnTo>
                      <a:pt x="14898" y="1797"/>
                    </a:lnTo>
                    <a:lnTo>
                      <a:pt x="14898" y="1023"/>
                    </a:lnTo>
                    <a:close/>
                    <a:moveTo>
                      <a:pt x="15902" y="1023"/>
                    </a:moveTo>
                    <a:lnTo>
                      <a:pt x="15902" y="1797"/>
                    </a:lnTo>
                    <a:lnTo>
                      <a:pt x="15500" y="1797"/>
                    </a:lnTo>
                    <a:lnTo>
                      <a:pt x="15500" y="1023"/>
                    </a:lnTo>
                    <a:close/>
                    <a:moveTo>
                      <a:pt x="16508" y="1023"/>
                    </a:moveTo>
                    <a:lnTo>
                      <a:pt x="16508" y="1797"/>
                    </a:lnTo>
                    <a:lnTo>
                      <a:pt x="16088" y="1797"/>
                    </a:lnTo>
                    <a:lnTo>
                      <a:pt x="16088" y="1023"/>
                    </a:lnTo>
                    <a:close/>
                    <a:moveTo>
                      <a:pt x="17096" y="1023"/>
                    </a:moveTo>
                    <a:lnTo>
                      <a:pt x="17096" y="1797"/>
                    </a:lnTo>
                    <a:lnTo>
                      <a:pt x="16679" y="1797"/>
                    </a:lnTo>
                    <a:lnTo>
                      <a:pt x="16679" y="1023"/>
                    </a:lnTo>
                    <a:close/>
                    <a:moveTo>
                      <a:pt x="24227" y="1023"/>
                    </a:moveTo>
                    <a:lnTo>
                      <a:pt x="24227" y="1797"/>
                    </a:lnTo>
                    <a:lnTo>
                      <a:pt x="23806" y="1797"/>
                    </a:lnTo>
                    <a:lnTo>
                      <a:pt x="23806" y="1023"/>
                    </a:lnTo>
                    <a:close/>
                    <a:moveTo>
                      <a:pt x="24814" y="1023"/>
                    </a:moveTo>
                    <a:lnTo>
                      <a:pt x="24814" y="1782"/>
                    </a:lnTo>
                    <a:cubicBezTo>
                      <a:pt x="24692" y="1782"/>
                      <a:pt x="24535" y="1782"/>
                      <a:pt x="24398" y="1797"/>
                    </a:cubicBezTo>
                    <a:lnTo>
                      <a:pt x="24398" y="1023"/>
                    </a:lnTo>
                    <a:close/>
                    <a:moveTo>
                      <a:pt x="17687" y="1023"/>
                    </a:moveTo>
                    <a:lnTo>
                      <a:pt x="17687" y="1816"/>
                    </a:lnTo>
                    <a:cubicBezTo>
                      <a:pt x="17546" y="1816"/>
                      <a:pt x="17423" y="1797"/>
                      <a:pt x="17282" y="1797"/>
                    </a:cubicBezTo>
                    <a:lnTo>
                      <a:pt x="17282" y="1023"/>
                    </a:lnTo>
                    <a:close/>
                    <a:moveTo>
                      <a:pt x="18275" y="1023"/>
                    </a:moveTo>
                    <a:lnTo>
                      <a:pt x="18275" y="1816"/>
                    </a:lnTo>
                    <a:lnTo>
                      <a:pt x="17873" y="1816"/>
                    </a:lnTo>
                    <a:lnTo>
                      <a:pt x="17873" y="1023"/>
                    </a:lnTo>
                    <a:close/>
                    <a:moveTo>
                      <a:pt x="18878" y="1023"/>
                    </a:moveTo>
                    <a:lnTo>
                      <a:pt x="18878" y="1816"/>
                    </a:lnTo>
                    <a:lnTo>
                      <a:pt x="18461" y="1816"/>
                    </a:lnTo>
                    <a:lnTo>
                      <a:pt x="18461" y="1023"/>
                    </a:lnTo>
                    <a:close/>
                    <a:moveTo>
                      <a:pt x="19469" y="1023"/>
                    </a:moveTo>
                    <a:lnTo>
                      <a:pt x="19469" y="1816"/>
                    </a:lnTo>
                    <a:lnTo>
                      <a:pt x="19064" y="1816"/>
                    </a:lnTo>
                    <a:lnTo>
                      <a:pt x="19064" y="1023"/>
                    </a:lnTo>
                    <a:close/>
                    <a:moveTo>
                      <a:pt x="20057" y="1023"/>
                    </a:moveTo>
                    <a:lnTo>
                      <a:pt x="20057" y="1816"/>
                    </a:lnTo>
                    <a:lnTo>
                      <a:pt x="19655" y="1816"/>
                    </a:lnTo>
                    <a:lnTo>
                      <a:pt x="19655" y="1023"/>
                    </a:lnTo>
                    <a:close/>
                    <a:moveTo>
                      <a:pt x="20663" y="1023"/>
                    </a:moveTo>
                    <a:lnTo>
                      <a:pt x="20663" y="1816"/>
                    </a:lnTo>
                    <a:lnTo>
                      <a:pt x="20243" y="1816"/>
                    </a:lnTo>
                    <a:lnTo>
                      <a:pt x="20243" y="1023"/>
                    </a:lnTo>
                    <a:close/>
                    <a:moveTo>
                      <a:pt x="21251" y="1023"/>
                    </a:moveTo>
                    <a:lnTo>
                      <a:pt x="21251" y="1816"/>
                    </a:lnTo>
                    <a:lnTo>
                      <a:pt x="20849" y="1816"/>
                    </a:lnTo>
                    <a:lnTo>
                      <a:pt x="20849" y="1023"/>
                    </a:lnTo>
                    <a:close/>
                    <a:moveTo>
                      <a:pt x="21839" y="1023"/>
                    </a:moveTo>
                    <a:lnTo>
                      <a:pt x="21839" y="1816"/>
                    </a:lnTo>
                    <a:lnTo>
                      <a:pt x="21437" y="1816"/>
                    </a:lnTo>
                    <a:lnTo>
                      <a:pt x="21437" y="1023"/>
                    </a:lnTo>
                    <a:close/>
                    <a:moveTo>
                      <a:pt x="22445" y="1023"/>
                    </a:moveTo>
                    <a:lnTo>
                      <a:pt x="22445" y="1816"/>
                    </a:lnTo>
                    <a:lnTo>
                      <a:pt x="22025" y="1816"/>
                    </a:lnTo>
                    <a:lnTo>
                      <a:pt x="22025" y="1023"/>
                    </a:lnTo>
                    <a:close/>
                    <a:moveTo>
                      <a:pt x="23033" y="1023"/>
                    </a:moveTo>
                    <a:lnTo>
                      <a:pt x="23033" y="1816"/>
                    </a:lnTo>
                    <a:lnTo>
                      <a:pt x="22616" y="1816"/>
                    </a:lnTo>
                    <a:lnTo>
                      <a:pt x="22616" y="1023"/>
                    </a:lnTo>
                    <a:close/>
                    <a:moveTo>
                      <a:pt x="23620" y="1023"/>
                    </a:moveTo>
                    <a:lnTo>
                      <a:pt x="23620" y="1797"/>
                    </a:lnTo>
                    <a:cubicBezTo>
                      <a:pt x="23483" y="1797"/>
                      <a:pt x="23360" y="1797"/>
                      <a:pt x="23219" y="1816"/>
                    </a:cubicBezTo>
                    <a:lnTo>
                      <a:pt x="23219" y="1023"/>
                    </a:lnTo>
                    <a:close/>
                    <a:moveTo>
                      <a:pt x="28489" y="0"/>
                    </a:moveTo>
                    <a:cubicBezTo>
                      <a:pt x="28489" y="0"/>
                      <a:pt x="28411" y="387"/>
                      <a:pt x="28132" y="793"/>
                    </a:cubicBezTo>
                    <a:lnTo>
                      <a:pt x="7551" y="793"/>
                    </a:lnTo>
                    <a:cubicBezTo>
                      <a:pt x="7532" y="793"/>
                      <a:pt x="7532" y="774"/>
                      <a:pt x="7532" y="774"/>
                    </a:cubicBezTo>
                    <a:cubicBezTo>
                      <a:pt x="4464" y="744"/>
                      <a:pt x="1209" y="714"/>
                      <a:pt x="0" y="714"/>
                    </a:cubicBezTo>
                    <a:cubicBezTo>
                      <a:pt x="186" y="2466"/>
                      <a:pt x="2946" y="4650"/>
                      <a:pt x="2946" y="4650"/>
                    </a:cubicBezTo>
                    <a:lnTo>
                      <a:pt x="35572" y="4650"/>
                    </a:lnTo>
                    <a:cubicBezTo>
                      <a:pt x="34393" y="2976"/>
                      <a:pt x="35587" y="1938"/>
                      <a:pt x="36346" y="1704"/>
                    </a:cubicBezTo>
                    <a:cubicBezTo>
                      <a:pt x="37123" y="1458"/>
                      <a:pt x="37030" y="49"/>
                      <a:pt x="37030" y="49"/>
                    </a:cubicBezTo>
                    <a:lnTo>
                      <a:pt x="284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1"/>
              <p:cNvSpPr/>
              <p:nvPr/>
            </p:nvSpPr>
            <p:spPr>
              <a:xfrm>
                <a:off x="1798577" y="4576815"/>
                <a:ext cx="6789087" cy="153921"/>
              </a:xfrm>
              <a:custGeom>
                <a:rect b="b" l="l" r="r" t="t"/>
                <a:pathLst>
                  <a:path extrusionOk="0" h="759" w="33478">
                    <a:moveTo>
                      <a:pt x="0" y="0"/>
                    </a:moveTo>
                    <a:cubicBezTo>
                      <a:pt x="480" y="450"/>
                      <a:pt x="852" y="759"/>
                      <a:pt x="852" y="759"/>
                    </a:cubicBezTo>
                    <a:lnTo>
                      <a:pt x="33478" y="759"/>
                    </a:lnTo>
                    <a:cubicBezTo>
                      <a:pt x="33292" y="480"/>
                      <a:pt x="33169" y="231"/>
                      <a:pt x="330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0" name="Google Shape;900;p1"/>
            <p:cNvGrpSpPr/>
            <p:nvPr/>
          </p:nvGrpSpPr>
          <p:grpSpPr>
            <a:xfrm>
              <a:off x="4309542" y="2890927"/>
              <a:ext cx="1736701" cy="1124382"/>
              <a:chOff x="315678" y="1936884"/>
              <a:chExt cx="2950060" cy="1909939"/>
            </a:xfrm>
          </p:grpSpPr>
          <p:grpSp>
            <p:nvGrpSpPr>
              <p:cNvPr id="901" name="Google Shape;901;p1"/>
              <p:cNvGrpSpPr/>
              <p:nvPr/>
            </p:nvGrpSpPr>
            <p:grpSpPr>
              <a:xfrm>
                <a:off x="351521" y="1936884"/>
                <a:ext cx="2914217" cy="1850512"/>
                <a:chOff x="3294275" y="534120"/>
                <a:chExt cx="5292802" cy="3360901"/>
              </a:xfrm>
            </p:grpSpPr>
            <p:sp>
              <p:nvSpPr>
                <p:cNvPr id="902" name="Google Shape;902;p1"/>
                <p:cNvSpPr/>
                <p:nvPr/>
              </p:nvSpPr>
              <p:spPr>
                <a:xfrm>
                  <a:off x="3294275" y="2496425"/>
                  <a:ext cx="1794002" cy="585401"/>
                </a:xfrm>
                <a:custGeom>
                  <a:rect b="b" l="l" r="r" t="t"/>
                  <a:pathLst>
                    <a:path extrusionOk="0" h="1284" w="3799">
                      <a:moveTo>
                        <a:pt x="1708" y="0"/>
                      </a:moveTo>
                      <a:lnTo>
                        <a:pt x="0" y="1239"/>
                      </a:lnTo>
                      <a:lnTo>
                        <a:pt x="19" y="1283"/>
                      </a:lnTo>
                      <a:lnTo>
                        <a:pt x="1722" y="45"/>
                      </a:lnTo>
                      <a:lnTo>
                        <a:pt x="3768" y="1269"/>
                      </a:lnTo>
                      <a:lnTo>
                        <a:pt x="3798" y="1239"/>
                      </a:lnTo>
                      <a:lnTo>
                        <a:pt x="172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" name="Google Shape;903;p1"/>
                <p:cNvSpPr/>
                <p:nvPr/>
              </p:nvSpPr>
              <p:spPr>
                <a:xfrm>
                  <a:off x="3749032" y="2503264"/>
                  <a:ext cx="922737" cy="571724"/>
                </a:xfrm>
                <a:custGeom>
                  <a:rect b="b" l="l" r="r" t="t"/>
                  <a:pathLst>
                    <a:path extrusionOk="0" h="1254" w="1954">
                      <a:moveTo>
                        <a:pt x="730" y="0"/>
                      </a:moveTo>
                      <a:lnTo>
                        <a:pt x="1" y="1239"/>
                      </a:lnTo>
                      <a:lnTo>
                        <a:pt x="30" y="1254"/>
                      </a:lnTo>
                      <a:lnTo>
                        <a:pt x="745" y="60"/>
                      </a:lnTo>
                      <a:lnTo>
                        <a:pt x="1920" y="1254"/>
                      </a:lnTo>
                      <a:lnTo>
                        <a:pt x="1953" y="1224"/>
                      </a:lnTo>
                      <a:lnTo>
                        <a:pt x="7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" name="Google Shape;904;p1"/>
                <p:cNvSpPr/>
                <p:nvPr/>
              </p:nvSpPr>
              <p:spPr>
                <a:xfrm>
                  <a:off x="4137204" y="587011"/>
                  <a:ext cx="3564902" cy="1764270"/>
                </a:xfrm>
                <a:custGeom>
                  <a:rect b="b" l="l" r="r" t="t"/>
                  <a:pathLst>
                    <a:path extrusionOk="0" h="3736" w="7549">
                      <a:moveTo>
                        <a:pt x="231" y="45"/>
                      </a:moveTo>
                      <a:lnTo>
                        <a:pt x="7098" y="2679"/>
                      </a:lnTo>
                      <a:lnTo>
                        <a:pt x="7515" y="3162"/>
                      </a:lnTo>
                      <a:lnTo>
                        <a:pt x="7176" y="3687"/>
                      </a:lnTo>
                      <a:lnTo>
                        <a:pt x="6540" y="3702"/>
                      </a:lnTo>
                      <a:lnTo>
                        <a:pt x="30" y="540"/>
                      </a:lnTo>
                      <a:lnTo>
                        <a:pt x="231" y="45"/>
                      </a:lnTo>
                      <a:close/>
                      <a:moveTo>
                        <a:pt x="231" y="0"/>
                      </a:moveTo>
                      <a:cubicBezTo>
                        <a:pt x="216" y="0"/>
                        <a:pt x="216" y="0"/>
                        <a:pt x="216" y="15"/>
                      </a:cubicBezTo>
                      <a:lnTo>
                        <a:pt x="1" y="540"/>
                      </a:lnTo>
                      <a:cubicBezTo>
                        <a:pt x="1" y="540"/>
                        <a:pt x="1" y="558"/>
                        <a:pt x="16" y="558"/>
                      </a:cubicBezTo>
                      <a:lnTo>
                        <a:pt x="6540" y="3735"/>
                      </a:lnTo>
                      <a:lnTo>
                        <a:pt x="7176" y="3720"/>
                      </a:lnTo>
                      <a:lnTo>
                        <a:pt x="7191" y="3702"/>
                      </a:lnTo>
                      <a:lnTo>
                        <a:pt x="7548" y="3162"/>
                      </a:lnTo>
                      <a:lnTo>
                        <a:pt x="7548" y="3144"/>
                      </a:lnTo>
                      <a:lnTo>
                        <a:pt x="7113" y="2649"/>
                      </a:lnTo>
                      <a:lnTo>
                        <a:pt x="23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Google Shape;905;p1"/>
                <p:cNvSpPr/>
                <p:nvPr/>
              </p:nvSpPr>
              <p:spPr>
                <a:xfrm>
                  <a:off x="3924698" y="534120"/>
                  <a:ext cx="329148" cy="316870"/>
                </a:xfrm>
                <a:custGeom>
                  <a:rect b="b" l="l" r="r" t="t"/>
                  <a:pathLst>
                    <a:path extrusionOk="0" h="671" w="697">
                      <a:moveTo>
                        <a:pt x="201" y="34"/>
                      </a:moveTo>
                      <a:lnTo>
                        <a:pt x="661" y="141"/>
                      </a:lnTo>
                      <a:lnTo>
                        <a:pt x="661" y="141"/>
                      </a:lnTo>
                      <a:lnTo>
                        <a:pt x="466" y="637"/>
                      </a:lnTo>
                      <a:lnTo>
                        <a:pt x="30" y="529"/>
                      </a:lnTo>
                      <a:lnTo>
                        <a:pt x="201" y="34"/>
                      </a:lnTo>
                      <a:close/>
                      <a:moveTo>
                        <a:pt x="201" y="1"/>
                      </a:moveTo>
                      <a:cubicBezTo>
                        <a:pt x="187" y="1"/>
                        <a:pt x="172" y="1"/>
                        <a:pt x="172" y="19"/>
                      </a:cubicBezTo>
                      <a:lnTo>
                        <a:pt x="1" y="529"/>
                      </a:lnTo>
                      <a:lnTo>
                        <a:pt x="1" y="544"/>
                      </a:lnTo>
                      <a:lnTo>
                        <a:pt x="15" y="559"/>
                      </a:lnTo>
                      <a:lnTo>
                        <a:pt x="466" y="670"/>
                      </a:lnTo>
                      <a:lnTo>
                        <a:pt x="480" y="670"/>
                      </a:lnTo>
                      <a:lnTo>
                        <a:pt x="696" y="142"/>
                      </a:lnTo>
                      <a:lnTo>
                        <a:pt x="696" y="127"/>
                      </a:lnTo>
                      <a:lnTo>
                        <a:pt x="681" y="112"/>
                      </a:lnTo>
                      <a:lnTo>
                        <a:pt x="20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6" name="Google Shape;906;p1"/>
                <p:cNvSpPr/>
                <p:nvPr/>
              </p:nvSpPr>
              <p:spPr>
                <a:xfrm>
                  <a:off x="7343210" y="2048581"/>
                  <a:ext cx="527486" cy="383455"/>
                </a:xfrm>
                <a:custGeom>
                  <a:rect b="b" l="l" r="r" t="t"/>
                  <a:pathLst>
                    <a:path extrusionOk="0" h="812" w="1117">
                      <a:moveTo>
                        <a:pt x="541" y="1"/>
                      </a:moveTo>
                      <a:cubicBezTo>
                        <a:pt x="521" y="1"/>
                        <a:pt x="501" y="2"/>
                        <a:pt x="480" y="4"/>
                      </a:cubicBezTo>
                      <a:cubicBezTo>
                        <a:pt x="45" y="49"/>
                        <a:pt x="0" y="763"/>
                        <a:pt x="0" y="763"/>
                      </a:cubicBezTo>
                      <a:cubicBezTo>
                        <a:pt x="0" y="763"/>
                        <a:pt x="588" y="811"/>
                        <a:pt x="1116" y="811"/>
                      </a:cubicBezTo>
                      <a:cubicBezTo>
                        <a:pt x="1084" y="440"/>
                        <a:pt x="928" y="1"/>
                        <a:pt x="54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7" name="Google Shape;907;p1"/>
                <p:cNvSpPr/>
                <p:nvPr/>
              </p:nvSpPr>
              <p:spPr>
                <a:xfrm>
                  <a:off x="4144288" y="681930"/>
                  <a:ext cx="3351924" cy="1486596"/>
                </a:xfrm>
                <a:custGeom>
                  <a:rect b="b" l="l" r="r" t="t"/>
                  <a:pathLst>
                    <a:path extrusionOk="0" h="3148" w="7098">
                      <a:moveTo>
                        <a:pt x="730" y="0"/>
                      </a:moveTo>
                      <a:lnTo>
                        <a:pt x="1" y="324"/>
                      </a:lnTo>
                      <a:lnTo>
                        <a:pt x="15" y="357"/>
                      </a:lnTo>
                      <a:lnTo>
                        <a:pt x="730" y="45"/>
                      </a:lnTo>
                      <a:lnTo>
                        <a:pt x="1009" y="852"/>
                      </a:lnTo>
                      <a:lnTo>
                        <a:pt x="1038" y="852"/>
                      </a:lnTo>
                      <a:lnTo>
                        <a:pt x="1894" y="491"/>
                      </a:lnTo>
                      <a:lnTo>
                        <a:pt x="1894" y="491"/>
                      </a:lnTo>
                      <a:cubicBezTo>
                        <a:pt x="1910" y="540"/>
                        <a:pt x="1978" y="741"/>
                        <a:pt x="2046" y="945"/>
                      </a:cubicBezTo>
                      <a:cubicBezTo>
                        <a:pt x="2091" y="1068"/>
                        <a:pt x="2125" y="1194"/>
                        <a:pt x="2169" y="1287"/>
                      </a:cubicBezTo>
                      <a:cubicBezTo>
                        <a:pt x="2184" y="1332"/>
                        <a:pt x="2184" y="1362"/>
                        <a:pt x="2199" y="1395"/>
                      </a:cubicBezTo>
                      <a:cubicBezTo>
                        <a:pt x="2218" y="1410"/>
                        <a:pt x="2218" y="1425"/>
                        <a:pt x="2218" y="1425"/>
                      </a:cubicBezTo>
                      <a:lnTo>
                        <a:pt x="2218" y="1440"/>
                      </a:lnTo>
                      <a:lnTo>
                        <a:pt x="2262" y="1440"/>
                      </a:lnTo>
                      <a:cubicBezTo>
                        <a:pt x="2340" y="1425"/>
                        <a:pt x="2604" y="1317"/>
                        <a:pt x="2850" y="1209"/>
                      </a:cubicBezTo>
                      <a:lnTo>
                        <a:pt x="3294" y="1032"/>
                      </a:lnTo>
                      <a:lnTo>
                        <a:pt x="3720" y="2169"/>
                      </a:lnTo>
                      <a:cubicBezTo>
                        <a:pt x="3735" y="2169"/>
                        <a:pt x="3735" y="2184"/>
                        <a:pt x="3750" y="2184"/>
                      </a:cubicBezTo>
                      <a:lnTo>
                        <a:pt x="5115" y="1734"/>
                      </a:lnTo>
                      <a:lnTo>
                        <a:pt x="5718" y="3129"/>
                      </a:lnTo>
                      <a:lnTo>
                        <a:pt x="5718" y="3147"/>
                      </a:lnTo>
                      <a:lnTo>
                        <a:pt x="5733" y="3147"/>
                      </a:lnTo>
                      <a:lnTo>
                        <a:pt x="7098" y="2478"/>
                      </a:lnTo>
                      <a:lnTo>
                        <a:pt x="7083" y="2448"/>
                      </a:lnTo>
                      <a:lnTo>
                        <a:pt x="5733" y="3099"/>
                      </a:lnTo>
                      <a:lnTo>
                        <a:pt x="5145" y="1704"/>
                      </a:lnTo>
                      <a:cubicBezTo>
                        <a:pt x="5130" y="1689"/>
                        <a:pt x="5130" y="1689"/>
                        <a:pt x="5115" y="1689"/>
                      </a:cubicBezTo>
                      <a:lnTo>
                        <a:pt x="3750" y="2139"/>
                      </a:lnTo>
                      <a:lnTo>
                        <a:pt x="3315" y="1008"/>
                      </a:lnTo>
                      <a:lnTo>
                        <a:pt x="3315" y="990"/>
                      </a:lnTo>
                      <a:lnTo>
                        <a:pt x="3300" y="990"/>
                      </a:lnTo>
                      <a:cubicBezTo>
                        <a:pt x="3300" y="990"/>
                        <a:pt x="3240" y="1023"/>
                        <a:pt x="3129" y="1053"/>
                      </a:cubicBezTo>
                      <a:cubicBezTo>
                        <a:pt x="2991" y="1116"/>
                        <a:pt x="2775" y="1209"/>
                        <a:pt x="2590" y="1287"/>
                      </a:cubicBezTo>
                      <a:cubicBezTo>
                        <a:pt x="2497" y="1317"/>
                        <a:pt x="2418" y="1347"/>
                        <a:pt x="2355" y="1380"/>
                      </a:cubicBezTo>
                      <a:cubicBezTo>
                        <a:pt x="2325" y="1395"/>
                        <a:pt x="2292" y="1395"/>
                        <a:pt x="2277" y="1410"/>
                      </a:cubicBezTo>
                      <a:lnTo>
                        <a:pt x="2247" y="1410"/>
                      </a:lnTo>
                      <a:cubicBezTo>
                        <a:pt x="2218" y="1332"/>
                        <a:pt x="2139" y="1101"/>
                        <a:pt x="2061" y="882"/>
                      </a:cubicBezTo>
                      <a:cubicBezTo>
                        <a:pt x="2032" y="774"/>
                        <a:pt x="1998" y="666"/>
                        <a:pt x="1968" y="588"/>
                      </a:cubicBezTo>
                      <a:cubicBezTo>
                        <a:pt x="1939" y="510"/>
                        <a:pt x="1920" y="465"/>
                        <a:pt x="1920" y="465"/>
                      </a:cubicBezTo>
                      <a:lnTo>
                        <a:pt x="1920" y="450"/>
                      </a:lnTo>
                      <a:lnTo>
                        <a:pt x="1905" y="450"/>
                      </a:lnTo>
                      <a:lnTo>
                        <a:pt x="1038" y="822"/>
                      </a:lnTo>
                      <a:lnTo>
                        <a:pt x="759" y="15"/>
                      </a:lnTo>
                      <a:lnTo>
                        <a:pt x="7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8" name="Google Shape;908;p1"/>
                <p:cNvSpPr/>
                <p:nvPr/>
              </p:nvSpPr>
              <p:spPr>
                <a:xfrm>
                  <a:off x="4239207" y="594094"/>
                  <a:ext cx="2993498" cy="1750103"/>
                </a:xfrm>
                <a:custGeom>
                  <a:rect b="b" l="l" r="r" t="t"/>
                  <a:pathLst>
                    <a:path extrusionOk="0" h="3706" w="6339">
                      <a:moveTo>
                        <a:pt x="30" y="0"/>
                      </a:moveTo>
                      <a:lnTo>
                        <a:pt x="0" y="15"/>
                      </a:lnTo>
                      <a:lnTo>
                        <a:pt x="265" y="774"/>
                      </a:lnTo>
                      <a:lnTo>
                        <a:pt x="294" y="774"/>
                      </a:lnTo>
                      <a:lnTo>
                        <a:pt x="1116" y="450"/>
                      </a:lnTo>
                      <a:lnTo>
                        <a:pt x="1410" y="1332"/>
                      </a:lnTo>
                      <a:lnTo>
                        <a:pt x="1425" y="1332"/>
                      </a:lnTo>
                      <a:lnTo>
                        <a:pt x="2340" y="930"/>
                      </a:lnTo>
                      <a:lnTo>
                        <a:pt x="2775" y="1983"/>
                      </a:lnTo>
                      <a:lnTo>
                        <a:pt x="2775" y="1998"/>
                      </a:lnTo>
                      <a:lnTo>
                        <a:pt x="2790" y="1998"/>
                      </a:lnTo>
                      <a:lnTo>
                        <a:pt x="3921" y="1533"/>
                      </a:lnTo>
                      <a:lnTo>
                        <a:pt x="4494" y="2820"/>
                      </a:lnTo>
                      <a:cubicBezTo>
                        <a:pt x="4494" y="2835"/>
                        <a:pt x="4494" y="2835"/>
                        <a:pt x="4509" y="2835"/>
                      </a:cubicBezTo>
                      <a:lnTo>
                        <a:pt x="5844" y="2277"/>
                      </a:lnTo>
                      <a:lnTo>
                        <a:pt x="6309" y="3705"/>
                      </a:lnTo>
                      <a:lnTo>
                        <a:pt x="6339" y="3705"/>
                      </a:lnTo>
                      <a:lnTo>
                        <a:pt x="5874" y="2247"/>
                      </a:lnTo>
                      <a:lnTo>
                        <a:pt x="5859" y="2232"/>
                      </a:lnTo>
                      <a:lnTo>
                        <a:pt x="5844" y="2232"/>
                      </a:lnTo>
                      <a:lnTo>
                        <a:pt x="4509" y="2790"/>
                      </a:lnTo>
                      <a:lnTo>
                        <a:pt x="3936" y="1503"/>
                      </a:lnTo>
                      <a:cubicBezTo>
                        <a:pt x="3936" y="1503"/>
                        <a:pt x="3929" y="1496"/>
                        <a:pt x="3925" y="1496"/>
                      </a:cubicBezTo>
                      <a:cubicBezTo>
                        <a:pt x="3923" y="1496"/>
                        <a:pt x="3921" y="1498"/>
                        <a:pt x="3921" y="1503"/>
                      </a:cubicBezTo>
                      <a:lnTo>
                        <a:pt x="2790" y="1968"/>
                      </a:lnTo>
                      <a:lnTo>
                        <a:pt x="2355" y="897"/>
                      </a:lnTo>
                      <a:lnTo>
                        <a:pt x="2355" y="882"/>
                      </a:lnTo>
                      <a:lnTo>
                        <a:pt x="2340" y="882"/>
                      </a:lnTo>
                      <a:lnTo>
                        <a:pt x="1440" y="1302"/>
                      </a:lnTo>
                      <a:lnTo>
                        <a:pt x="1131" y="417"/>
                      </a:lnTo>
                      <a:lnTo>
                        <a:pt x="1116" y="417"/>
                      </a:lnTo>
                      <a:lnTo>
                        <a:pt x="294" y="744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1"/>
                <p:cNvSpPr/>
                <p:nvPr/>
              </p:nvSpPr>
              <p:spPr>
                <a:xfrm>
                  <a:off x="7123621" y="2350811"/>
                  <a:ext cx="980360" cy="871746"/>
                </a:xfrm>
                <a:custGeom>
                  <a:rect b="b" l="l" r="r" t="t"/>
                  <a:pathLst>
                    <a:path extrusionOk="0" h="1846" w="2076">
                      <a:moveTo>
                        <a:pt x="0" y="0"/>
                      </a:moveTo>
                      <a:lnTo>
                        <a:pt x="0" y="1845"/>
                      </a:lnTo>
                      <a:lnTo>
                        <a:pt x="2076" y="1845"/>
                      </a:lnTo>
                      <a:lnTo>
                        <a:pt x="207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0" name="Google Shape;910;p1"/>
                <p:cNvSpPr/>
                <p:nvPr/>
              </p:nvSpPr>
              <p:spPr>
                <a:xfrm>
                  <a:off x="6404878" y="3222086"/>
                  <a:ext cx="2182198" cy="672935"/>
                </a:xfrm>
                <a:custGeom>
                  <a:rect b="b" l="l" r="r" t="t"/>
                  <a:pathLst>
                    <a:path extrusionOk="0" h="1425" w="4621">
                      <a:moveTo>
                        <a:pt x="1" y="0"/>
                      </a:moveTo>
                      <a:lnTo>
                        <a:pt x="1" y="1425"/>
                      </a:lnTo>
                      <a:lnTo>
                        <a:pt x="4621" y="1425"/>
                      </a:lnTo>
                      <a:lnTo>
                        <a:pt x="462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1" name="Google Shape;911;p1"/>
                <p:cNvSpPr/>
                <p:nvPr/>
              </p:nvSpPr>
              <p:spPr>
                <a:xfrm>
                  <a:off x="7613801" y="2350811"/>
                  <a:ext cx="490180" cy="871746"/>
                </a:xfrm>
                <a:custGeom>
                  <a:rect b="b" l="l" r="r" t="t"/>
                  <a:pathLst>
                    <a:path extrusionOk="0" h="1846" w="1038">
                      <a:moveTo>
                        <a:pt x="0" y="0"/>
                      </a:moveTo>
                      <a:lnTo>
                        <a:pt x="0" y="1845"/>
                      </a:lnTo>
                      <a:lnTo>
                        <a:pt x="1038" y="1845"/>
                      </a:lnTo>
                      <a:lnTo>
                        <a:pt x="10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2" name="Google Shape;912;p1"/>
                <p:cNvSpPr/>
                <p:nvPr/>
              </p:nvSpPr>
              <p:spPr>
                <a:xfrm>
                  <a:off x="7276153" y="2628014"/>
                  <a:ext cx="673407" cy="402816"/>
                </a:xfrm>
                <a:custGeom>
                  <a:rect b="b" l="l" r="r" t="t"/>
                  <a:pathLst>
                    <a:path extrusionOk="0" h="853" w="1426">
                      <a:moveTo>
                        <a:pt x="1" y="1"/>
                      </a:moveTo>
                      <a:lnTo>
                        <a:pt x="1" y="853"/>
                      </a:lnTo>
                      <a:lnTo>
                        <a:pt x="1426" y="853"/>
                      </a:lnTo>
                      <a:lnTo>
                        <a:pt x="142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3" name="Google Shape;913;p1"/>
                <p:cNvSpPr/>
                <p:nvPr/>
              </p:nvSpPr>
              <p:spPr>
                <a:xfrm>
                  <a:off x="7613801" y="2628014"/>
                  <a:ext cx="335759" cy="402816"/>
                </a:xfrm>
                <a:custGeom>
                  <a:rect b="b" l="l" r="r" t="t"/>
                  <a:pathLst>
                    <a:path extrusionOk="0" h="853" w="711">
                      <a:moveTo>
                        <a:pt x="0" y="1"/>
                      </a:moveTo>
                      <a:lnTo>
                        <a:pt x="0" y="853"/>
                      </a:lnTo>
                      <a:lnTo>
                        <a:pt x="711" y="853"/>
                      </a:lnTo>
                      <a:lnTo>
                        <a:pt x="71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Google Shape;914;p1"/>
                <p:cNvSpPr/>
                <p:nvPr/>
              </p:nvSpPr>
              <p:spPr>
                <a:xfrm>
                  <a:off x="7327154" y="3222086"/>
                  <a:ext cx="1259923" cy="672935"/>
                </a:xfrm>
                <a:custGeom>
                  <a:rect b="b" l="l" r="r" t="t"/>
                  <a:pathLst>
                    <a:path extrusionOk="0" h="1425" w="2668">
                      <a:moveTo>
                        <a:pt x="1" y="0"/>
                      </a:moveTo>
                      <a:lnTo>
                        <a:pt x="1" y="1425"/>
                      </a:lnTo>
                      <a:lnTo>
                        <a:pt x="2668" y="1425"/>
                      </a:lnTo>
                      <a:lnTo>
                        <a:pt x="26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" name="Google Shape;915;p1"/>
                <p:cNvSpPr/>
                <p:nvPr/>
              </p:nvSpPr>
              <p:spPr>
                <a:xfrm>
                  <a:off x="3961532" y="783933"/>
                  <a:ext cx="278146" cy="1208922"/>
                </a:xfrm>
                <a:custGeom>
                  <a:rect b="b" l="l" r="r" t="t"/>
                  <a:pathLst>
                    <a:path extrusionOk="0" h="2560" w="589">
                      <a:moveTo>
                        <a:pt x="45" y="0"/>
                      </a:moveTo>
                      <a:lnTo>
                        <a:pt x="1" y="15"/>
                      </a:lnTo>
                      <a:lnTo>
                        <a:pt x="187" y="2541"/>
                      </a:lnTo>
                      <a:cubicBezTo>
                        <a:pt x="187" y="2559"/>
                        <a:pt x="187" y="2559"/>
                        <a:pt x="202" y="2559"/>
                      </a:cubicBezTo>
                      <a:lnTo>
                        <a:pt x="402" y="2559"/>
                      </a:lnTo>
                      <a:cubicBezTo>
                        <a:pt x="417" y="2559"/>
                        <a:pt x="432" y="2559"/>
                        <a:pt x="432" y="2541"/>
                      </a:cubicBezTo>
                      <a:lnTo>
                        <a:pt x="588" y="216"/>
                      </a:lnTo>
                      <a:lnTo>
                        <a:pt x="540" y="216"/>
                      </a:lnTo>
                      <a:lnTo>
                        <a:pt x="388" y="2511"/>
                      </a:lnTo>
                      <a:lnTo>
                        <a:pt x="231" y="2511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" name="Google Shape;916;p1"/>
                <p:cNvSpPr/>
                <p:nvPr/>
              </p:nvSpPr>
              <p:spPr>
                <a:xfrm>
                  <a:off x="3982783" y="2225669"/>
                  <a:ext cx="242729" cy="330565"/>
                </a:xfrm>
                <a:custGeom>
                  <a:rect b="b" l="l" r="r" t="t"/>
                  <a:pathLst>
                    <a:path extrusionOk="0" h="700" w="514">
                      <a:moveTo>
                        <a:pt x="157" y="1"/>
                      </a:moveTo>
                      <a:cubicBezTo>
                        <a:pt x="157" y="1"/>
                        <a:pt x="171" y="94"/>
                        <a:pt x="157" y="172"/>
                      </a:cubicBezTo>
                      <a:cubicBezTo>
                        <a:pt x="142" y="250"/>
                        <a:pt x="30" y="295"/>
                        <a:pt x="15" y="418"/>
                      </a:cubicBezTo>
                      <a:cubicBezTo>
                        <a:pt x="0" y="544"/>
                        <a:pt x="78" y="652"/>
                        <a:pt x="171" y="682"/>
                      </a:cubicBezTo>
                      <a:cubicBezTo>
                        <a:pt x="199" y="694"/>
                        <a:pt x="232" y="700"/>
                        <a:pt x="266" y="700"/>
                      </a:cubicBezTo>
                      <a:cubicBezTo>
                        <a:pt x="369" y="700"/>
                        <a:pt x="484" y="647"/>
                        <a:pt x="495" y="544"/>
                      </a:cubicBezTo>
                      <a:cubicBezTo>
                        <a:pt x="514" y="388"/>
                        <a:pt x="450" y="358"/>
                        <a:pt x="450" y="358"/>
                      </a:cubicBezTo>
                      <a:cubicBezTo>
                        <a:pt x="450" y="358"/>
                        <a:pt x="405" y="545"/>
                        <a:pt x="306" y="545"/>
                      </a:cubicBezTo>
                      <a:cubicBezTo>
                        <a:pt x="302" y="545"/>
                        <a:pt x="298" y="545"/>
                        <a:pt x="294" y="544"/>
                      </a:cubicBezTo>
                      <a:cubicBezTo>
                        <a:pt x="171" y="544"/>
                        <a:pt x="123" y="403"/>
                        <a:pt x="201" y="325"/>
                      </a:cubicBezTo>
                      <a:cubicBezTo>
                        <a:pt x="279" y="265"/>
                        <a:pt x="343" y="157"/>
                        <a:pt x="3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p1"/>
                <p:cNvSpPr/>
                <p:nvPr/>
              </p:nvSpPr>
              <p:spPr>
                <a:xfrm>
                  <a:off x="3996950" y="1888493"/>
                  <a:ext cx="212978" cy="358899"/>
                </a:xfrm>
                <a:custGeom>
                  <a:rect b="b" l="l" r="r" t="t"/>
                  <a:pathLst>
                    <a:path extrusionOk="0" h="760" w="451">
                      <a:moveTo>
                        <a:pt x="0" y="1"/>
                      </a:moveTo>
                      <a:lnTo>
                        <a:pt x="34" y="760"/>
                      </a:lnTo>
                      <a:lnTo>
                        <a:pt x="420" y="760"/>
                      </a:lnTo>
                      <a:lnTo>
                        <a:pt x="45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1"/>
                <p:cNvSpPr/>
                <p:nvPr/>
              </p:nvSpPr>
              <p:spPr>
                <a:xfrm>
                  <a:off x="3996950" y="1904549"/>
                  <a:ext cx="212978" cy="321592"/>
                </a:xfrm>
                <a:custGeom>
                  <a:rect b="b" l="l" r="r" t="t"/>
                  <a:pathLst>
                    <a:path extrusionOk="0" h="681" w="451">
                      <a:moveTo>
                        <a:pt x="450" y="0"/>
                      </a:moveTo>
                      <a:lnTo>
                        <a:pt x="0" y="153"/>
                      </a:lnTo>
                      <a:lnTo>
                        <a:pt x="19" y="339"/>
                      </a:lnTo>
                      <a:lnTo>
                        <a:pt x="435" y="201"/>
                      </a:lnTo>
                      <a:lnTo>
                        <a:pt x="450" y="0"/>
                      </a:lnTo>
                      <a:close/>
                      <a:moveTo>
                        <a:pt x="435" y="354"/>
                      </a:moveTo>
                      <a:lnTo>
                        <a:pt x="19" y="495"/>
                      </a:lnTo>
                      <a:lnTo>
                        <a:pt x="34" y="681"/>
                      </a:lnTo>
                      <a:lnTo>
                        <a:pt x="420" y="558"/>
                      </a:lnTo>
                      <a:lnTo>
                        <a:pt x="435" y="35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19" name="Google Shape;919;p1"/>
              <p:cNvGrpSpPr/>
              <p:nvPr/>
            </p:nvGrpSpPr>
            <p:grpSpPr>
              <a:xfrm>
                <a:off x="315678" y="3322089"/>
                <a:ext cx="1064621" cy="524734"/>
                <a:chOff x="5770418" y="419971"/>
                <a:chExt cx="627651" cy="309358"/>
              </a:xfrm>
            </p:grpSpPr>
            <p:sp>
              <p:nvSpPr>
                <p:cNvPr id="920" name="Google Shape;920;p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1" name="Google Shape;921;p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Google Shape;922;p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23" name="Google Shape;923;p1"/>
          <p:cNvGrpSpPr/>
          <p:nvPr/>
        </p:nvGrpSpPr>
        <p:grpSpPr>
          <a:xfrm>
            <a:off x="7157500" y="2293074"/>
            <a:ext cx="1090648" cy="557353"/>
            <a:chOff x="6505200" y="2955549"/>
            <a:chExt cx="1090648" cy="557353"/>
          </a:xfrm>
        </p:grpSpPr>
        <p:sp>
          <p:nvSpPr>
            <p:cNvPr id="924" name="Google Shape;924;p1"/>
            <p:cNvSpPr/>
            <p:nvPr/>
          </p:nvSpPr>
          <p:spPr>
            <a:xfrm>
              <a:off x="6505200" y="308187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"/>
            <p:cNvSpPr/>
            <p:nvPr/>
          </p:nvSpPr>
          <p:spPr>
            <a:xfrm>
              <a:off x="7166767" y="295554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"/>
            <p:cNvSpPr/>
            <p:nvPr/>
          </p:nvSpPr>
          <p:spPr>
            <a:xfrm>
              <a:off x="6804347" y="325913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7" name="Google Shape;927;p1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928" name="Google Shape;928;p1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0" name="Google Shape;9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275" y="534125"/>
            <a:ext cx="1661100" cy="16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"/>
          <p:cNvSpPr txBox="1"/>
          <p:nvPr>
            <p:ph idx="14" type="title"/>
          </p:nvPr>
        </p:nvSpPr>
        <p:spPr>
          <a:xfrm>
            <a:off x="2064025" y="1142950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36" name="Google Shape;936;p2"/>
          <p:cNvSpPr txBox="1"/>
          <p:nvPr>
            <p:ph idx="9" type="title"/>
          </p:nvPr>
        </p:nvSpPr>
        <p:spPr>
          <a:xfrm>
            <a:off x="122638" y="112712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37" name="Google Shape;937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938" name="Google Shape;938;p2"/>
          <p:cNvSpPr txBox="1"/>
          <p:nvPr>
            <p:ph idx="2" type="title"/>
          </p:nvPr>
        </p:nvSpPr>
        <p:spPr>
          <a:xfrm>
            <a:off x="223213" y="1278700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939" name="Google Shape;939;p2"/>
          <p:cNvSpPr txBox="1"/>
          <p:nvPr>
            <p:ph idx="3" type="title"/>
          </p:nvPr>
        </p:nvSpPr>
        <p:spPr>
          <a:xfrm>
            <a:off x="2128225" y="1278700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40" name="Google Shape;940;p2"/>
          <p:cNvSpPr txBox="1"/>
          <p:nvPr>
            <p:ph idx="1" type="subTitle"/>
          </p:nvPr>
        </p:nvSpPr>
        <p:spPr>
          <a:xfrm>
            <a:off x="223225" y="1963950"/>
            <a:ext cx="181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Presentation of the team and advisors</a:t>
            </a:r>
            <a:endParaRPr/>
          </a:p>
        </p:txBody>
      </p:sp>
      <p:sp>
        <p:nvSpPr>
          <p:cNvPr id="941" name="Google Shape;941;p2"/>
          <p:cNvSpPr txBox="1"/>
          <p:nvPr>
            <p:ph idx="4" type="subTitle"/>
          </p:nvPr>
        </p:nvSpPr>
        <p:spPr>
          <a:xfrm>
            <a:off x="2107175" y="1963950"/>
            <a:ext cx="177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Context and introduction of the project</a:t>
            </a:r>
            <a:endParaRPr/>
          </a:p>
        </p:txBody>
      </p:sp>
      <p:grpSp>
        <p:nvGrpSpPr>
          <p:cNvPr id="942" name="Google Shape;942;p2"/>
          <p:cNvGrpSpPr/>
          <p:nvPr/>
        </p:nvGrpSpPr>
        <p:grpSpPr>
          <a:xfrm>
            <a:off x="7937475" y="973249"/>
            <a:ext cx="803698" cy="684803"/>
            <a:chOff x="6505200" y="2828099"/>
            <a:chExt cx="803698" cy="684803"/>
          </a:xfrm>
        </p:grpSpPr>
        <p:sp>
          <p:nvSpPr>
            <p:cNvPr id="943" name="Google Shape;943;p2"/>
            <p:cNvSpPr/>
            <p:nvPr/>
          </p:nvSpPr>
          <p:spPr>
            <a:xfrm>
              <a:off x="6505200" y="308187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"/>
            <p:cNvSpPr/>
            <p:nvPr/>
          </p:nvSpPr>
          <p:spPr>
            <a:xfrm>
              <a:off x="6879817" y="28280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"/>
            <p:cNvSpPr/>
            <p:nvPr/>
          </p:nvSpPr>
          <p:spPr>
            <a:xfrm>
              <a:off x="6804347" y="325913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6" name="Google Shape;946;p2"/>
          <p:cNvGrpSpPr/>
          <p:nvPr/>
        </p:nvGrpSpPr>
        <p:grpSpPr>
          <a:xfrm>
            <a:off x="7780638" y="3828962"/>
            <a:ext cx="1265240" cy="967085"/>
            <a:chOff x="2126803" y="1248301"/>
            <a:chExt cx="3668425" cy="2846881"/>
          </a:xfrm>
        </p:grpSpPr>
        <p:sp>
          <p:nvSpPr>
            <p:cNvPr id="947" name="Google Shape;947;p2"/>
            <p:cNvSpPr/>
            <p:nvPr/>
          </p:nvSpPr>
          <p:spPr>
            <a:xfrm>
              <a:off x="4289850" y="1504669"/>
              <a:ext cx="1079208" cy="2590513"/>
            </a:xfrm>
            <a:custGeom>
              <a:rect b="b" l="l" r="r" t="t"/>
              <a:pathLst>
                <a:path extrusionOk="0" h="3951" w="1646">
                  <a:moveTo>
                    <a:pt x="1" y="0"/>
                  </a:moveTo>
                  <a:lnTo>
                    <a:pt x="1" y="3951"/>
                  </a:lnTo>
                  <a:lnTo>
                    <a:pt x="1645" y="1347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"/>
            <p:cNvSpPr/>
            <p:nvPr/>
          </p:nvSpPr>
          <p:spPr>
            <a:xfrm>
              <a:off x="4071788" y="2431875"/>
              <a:ext cx="1617600" cy="1663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"/>
            <p:cNvSpPr/>
            <p:nvPr/>
          </p:nvSpPr>
          <p:spPr>
            <a:xfrm>
              <a:off x="4190189" y="1392549"/>
              <a:ext cx="1258858" cy="183585"/>
            </a:xfrm>
            <a:custGeom>
              <a:rect b="b" l="l" r="r" t="t"/>
              <a:pathLst>
                <a:path extrusionOk="0" h="280" w="1920">
                  <a:moveTo>
                    <a:pt x="0" y="0"/>
                  </a:moveTo>
                  <a:lnTo>
                    <a:pt x="0" y="279"/>
                  </a:lnTo>
                  <a:lnTo>
                    <a:pt x="1920" y="279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"/>
            <p:cNvSpPr/>
            <p:nvPr/>
          </p:nvSpPr>
          <p:spPr>
            <a:xfrm>
              <a:off x="4392790" y="1736122"/>
              <a:ext cx="151456" cy="388806"/>
            </a:xfrm>
            <a:custGeom>
              <a:rect b="b" l="l" r="r" t="t"/>
              <a:pathLst>
                <a:path extrusionOk="0" h="593" w="231">
                  <a:moveTo>
                    <a:pt x="0" y="1"/>
                  </a:moveTo>
                  <a:lnTo>
                    <a:pt x="0" y="592"/>
                  </a:lnTo>
                  <a:lnTo>
                    <a:pt x="231" y="592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"/>
            <p:cNvSpPr/>
            <p:nvPr/>
          </p:nvSpPr>
          <p:spPr>
            <a:xfrm>
              <a:off x="4604571" y="1736122"/>
              <a:ext cx="154735" cy="388806"/>
            </a:xfrm>
            <a:custGeom>
              <a:rect b="b" l="l" r="r" t="t"/>
              <a:pathLst>
                <a:path extrusionOk="0" h="593" w="236">
                  <a:moveTo>
                    <a:pt x="1" y="1"/>
                  </a:moveTo>
                  <a:lnTo>
                    <a:pt x="1" y="592"/>
                  </a:lnTo>
                  <a:lnTo>
                    <a:pt x="235" y="592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"/>
            <p:cNvSpPr/>
            <p:nvPr/>
          </p:nvSpPr>
          <p:spPr>
            <a:xfrm>
              <a:off x="4880607" y="1736122"/>
              <a:ext cx="151456" cy="388806"/>
            </a:xfrm>
            <a:custGeom>
              <a:rect b="b" l="l" r="r" t="t"/>
              <a:pathLst>
                <a:path extrusionOk="0" h="593" w="231">
                  <a:moveTo>
                    <a:pt x="0" y="1"/>
                  </a:moveTo>
                  <a:lnTo>
                    <a:pt x="0" y="592"/>
                  </a:lnTo>
                  <a:lnTo>
                    <a:pt x="231" y="592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"/>
            <p:cNvSpPr/>
            <p:nvPr/>
          </p:nvSpPr>
          <p:spPr>
            <a:xfrm>
              <a:off x="5092387" y="1736122"/>
              <a:ext cx="154735" cy="388806"/>
            </a:xfrm>
            <a:custGeom>
              <a:rect b="b" l="l" r="r" t="t"/>
              <a:pathLst>
                <a:path extrusionOk="0" h="593" w="236">
                  <a:moveTo>
                    <a:pt x="1" y="1"/>
                  </a:moveTo>
                  <a:lnTo>
                    <a:pt x="1" y="592"/>
                  </a:lnTo>
                  <a:lnTo>
                    <a:pt x="235" y="592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"/>
            <p:cNvSpPr/>
            <p:nvPr/>
          </p:nvSpPr>
          <p:spPr>
            <a:xfrm>
              <a:off x="3965951" y="2326883"/>
              <a:ext cx="1829277" cy="173750"/>
            </a:xfrm>
            <a:custGeom>
              <a:rect b="b" l="l" r="r" t="t"/>
              <a:pathLst>
                <a:path extrusionOk="0" h="265" w="2790">
                  <a:moveTo>
                    <a:pt x="0" y="0"/>
                  </a:moveTo>
                  <a:lnTo>
                    <a:pt x="0" y="264"/>
                  </a:lnTo>
                  <a:lnTo>
                    <a:pt x="2790" y="264"/>
                  </a:lnTo>
                  <a:lnTo>
                    <a:pt x="27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"/>
            <p:cNvSpPr/>
            <p:nvPr/>
          </p:nvSpPr>
          <p:spPr>
            <a:xfrm>
              <a:off x="4200024" y="2734056"/>
              <a:ext cx="234724" cy="254396"/>
            </a:xfrm>
            <a:custGeom>
              <a:rect b="b" l="l" r="r" t="t"/>
              <a:pathLst>
                <a:path extrusionOk="0" h="388" w="358">
                  <a:moveTo>
                    <a:pt x="0" y="0"/>
                  </a:moveTo>
                  <a:lnTo>
                    <a:pt x="0" y="387"/>
                  </a:lnTo>
                  <a:lnTo>
                    <a:pt x="357" y="387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"/>
            <p:cNvSpPr/>
            <p:nvPr/>
          </p:nvSpPr>
          <p:spPr>
            <a:xfrm>
              <a:off x="4523924" y="2734056"/>
              <a:ext cx="235380" cy="254396"/>
            </a:xfrm>
            <a:custGeom>
              <a:rect b="b" l="l" r="r" t="t"/>
              <a:pathLst>
                <a:path extrusionOk="0" h="388" w="359">
                  <a:moveTo>
                    <a:pt x="1" y="0"/>
                  </a:moveTo>
                  <a:lnTo>
                    <a:pt x="1" y="387"/>
                  </a:lnTo>
                  <a:lnTo>
                    <a:pt x="358" y="387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"/>
            <p:cNvSpPr/>
            <p:nvPr/>
          </p:nvSpPr>
          <p:spPr>
            <a:xfrm>
              <a:off x="4950763" y="2734056"/>
              <a:ext cx="235380" cy="254396"/>
            </a:xfrm>
            <a:custGeom>
              <a:rect b="b" l="l" r="r" t="t"/>
              <a:pathLst>
                <a:path extrusionOk="0" h="388" w="359">
                  <a:moveTo>
                    <a:pt x="1" y="0"/>
                  </a:moveTo>
                  <a:lnTo>
                    <a:pt x="1" y="387"/>
                  </a:lnTo>
                  <a:lnTo>
                    <a:pt x="358" y="387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2"/>
            <p:cNvSpPr/>
            <p:nvPr/>
          </p:nvSpPr>
          <p:spPr>
            <a:xfrm>
              <a:off x="5275319" y="2734056"/>
              <a:ext cx="234724" cy="254396"/>
            </a:xfrm>
            <a:custGeom>
              <a:rect b="b" l="l" r="r" t="t"/>
              <a:pathLst>
                <a:path extrusionOk="0" h="388" w="358">
                  <a:moveTo>
                    <a:pt x="1" y="0"/>
                  </a:moveTo>
                  <a:lnTo>
                    <a:pt x="1" y="387"/>
                  </a:lnTo>
                  <a:lnTo>
                    <a:pt x="358" y="387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"/>
            <p:cNvSpPr/>
            <p:nvPr/>
          </p:nvSpPr>
          <p:spPr>
            <a:xfrm>
              <a:off x="4190189" y="3151064"/>
              <a:ext cx="244559" cy="264231"/>
            </a:xfrm>
            <a:custGeom>
              <a:rect b="b" l="l" r="r" t="t"/>
              <a:pathLst>
                <a:path extrusionOk="0" h="403" w="373">
                  <a:moveTo>
                    <a:pt x="0" y="0"/>
                  </a:moveTo>
                  <a:lnTo>
                    <a:pt x="0" y="402"/>
                  </a:lnTo>
                  <a:lnTo>
                    <a:pt x="372" y="402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"/>
            <p:cNvSpPr/>
            <p:nvPr/>
          </p:nvSpPr>
          <p:spPr>
            <a:xfrm>
              <a:off x="4514744" y="3151064"/>
              <a:ext cx="234724" cy="264231"/>
            </a:xfrm>
            <a:custGeom>
              <a:rect b="b" l="l" r="r" t="t"/>
              <a:pathLst>
                <a:path extrusionOk="0" h="403" w="358">
                  <a:moveTo>
                    <a:pt x="0" y="0"/>
                  </a:moveTo>
                  <a:lnTo>
                    <a:pt x="0" y="402"/>
                  </a:lnTo>
                  <a:lnTo>
                    <a:pt x="357" y="40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"/>
            <p:cNvSpPr/>
            <p:nvPr/>
          </p:nvSpPr>
          <p:spPr>
            <a:xfrm>
              <a:off x="4941584" y="3151064"/>
              <a:ext cx="234724" cy="264231"/>
            </a:xfrm>
            <a:custGeom>
              <a:rect b="b" l="l" r="r" t="t"/>
              <a:pathLst>
                <a:path extrusionOk="0" h="403" w="358">
                  <a:moveTo>
                    <a:pt x="0" y="0"/>
                  </a:moveTo>
                  <a:lnTo>
                    <a:pt x="0" y="402"/>
                  </a:lnTo>
                  <a:lnTo>
                    <a:pt x="357" y="40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"/>
            <p:cNvSpPr/>
            <p:nvPr/>
          </p:nvSpPr>
          <p:spPr>
            <a:xfrm>
              <a:off x="5265484" y="3151064"/>
              <a:ext cx="234724" cy="264231"/>
            </a:xfrm>
            <a:custGeom>
              <a:rect b="b" l="l" r="r" t="t"/>
              <a:pathLst>
                <a:path extrusionOk="0" h="403" w="358">
                  <a:moveTo>
                    <a:pt x="1" y="0"/>
                  </a:moveTo>
                  <a:lnTo>
                    <a:pt x="1" y="402"/>
                  </a:lnTo>
                  <a:lnTo>
                    <a:pt x="358" y="402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"/>
            <p:cNvSpPr/>
            <p:nvPr/>
          </p:nvSpPr>
          <p:spPr>
            <a:xfrm>
              <a:off x="2348419" y="2153130"/>
              <a:ext cx="1232631" cy="425523"/>
            </a:xfrm>
            <a:custGeom>
              <a:rect b="b" l="l" r="r" t="t"/>
              <a:pathLst>
                <a:path extrusionOk="0" h="649" w="1880">
                  <a:moveTo>
                    <a:pt x="901" y="1"/>
                  </a:moveTo>
                  <a:lnTo>
                    <a:pt x="20" y="592"/>
                  </a:lnTo>
                  <a:cubicBezTo>
                    <a:pt x="1" y="607"/>
                    <a:pt x="1" y="622"/>
                    <a:pt x="20" y="637"/>
                  </a:cubicBezTo>
                  <a:cubicBezTo>
                    <a:pt x="20" y="644"/>
                    <a:pt x="27" y="648"/>
                    <a:pt x="36" y="648"/>
                  </a:cubicBezTo>
                  <a:cubicBezTo>
                    <a:pt x="46" y="648"/>
                    <a:pt x="57" y="644"/>
                    <a:pt x="64" y="637"/>
                  </a:cubicBezTo>
                  <a:lnTo>
                    <a:pt x="916" y="79"/>
                  </a:lnTo>
                  <a:lnTo>
                    <a:pt x="1831" y="637"/>
                  </a:lnTo>
                  <a:cubicBezTo>
                    <a:pt x="1831" y="641"/>
                    <a:pt x="1834" y="643"/>
                    <a:pt x="1837" y="643"/>
                  </a:cubicBezTo>
                  <a:cubicBezTo>
                    <a:pt x="1846" y="643"/>
                    <a:pt x="1861" y="633"/>
                    <a:pt x="1861" y="622"/>
                  </a:cubicBezTo>
                  <a:cubicBezTo>
                    <a:pt x="1879" y="622"/>
                    <a:pt x="1879" y="592"/>
                    <a:pt x="1861" y="592"/>
                  </a:cubicBezTo>
                  <a:lnTo>
                    <a:pt x="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"/>
            <p:cNvSpPr/>
            <p:nvPr/>
          </p:nvSpPr>
          <p:spPr>
            <a:xfrm>
              <a:off x="2146474" y="2560958"/>
              <a:ext cx="1617501" cy="539608"/>
            </a:xfrm>
            <a:custGeom>
              <a:rect b="b" l="l" r="r" t="t"/>
              <a:pathLst>
                <a:path extrusionOk="0" h="823" w="2467">
                  <a:moveTo>
                    <a:pt x="0" y="0"/>
                  </a:moveTo>
                  <a:lnTo>
                    <a:pt x="0" y="822"/>
                  </a:lnTo>
                  <a:lnTo>
                    <a:pt x="2466" y="822"/>
                  </a:lnTo>
                  <a:lnTo>
                    <a:pt x="2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"/>
            <p:cNvSpPr/>
            <p:nvPr/>
          </p:nvSpPr>
          <p:spPr>
            <a:xfrm>
              <a:off x="2227121" y="2560958"/>
              <a:ext cx="22292" cy="549443"/>
            </a:xfrm>
            <a:custGeom>
              <a:rect b="b" l="l" r="r" t="t"/>
              <a:pathLst>
                <a:path extrusionOk="0" h="838" w="34">
                  <a:moveTo>
                    <a:pt x="0" y="0"/>
                  </a:moveTo>
                  <a:lnTo>
                    <a:pt x="0" y="837"/>
                  </a:lnTo>
                  <a:lnTo>
                    <a:pt x="33" y="837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"/>
            <p:cNvSpPr/>
            <p:nvPr/>
          </p:nvSpPr>
          <p:spPr>
            <a:xfrm>
              <a:off x="2329405" y="2560958"/>
              <a:ext cx="19670" cy="558622"/>
            </a:xfrm>
            <a:custGeom>
              <a:rect b="b" l="l" r="r" t="t"/>
              <a:pathLst>
                <a:path extrusionOk="0" h="852" w="30">
                  <a:moveTo>
                    <a:pt x="0" y="0"/>
                  </a:moveTo>
                  <a:lnTo>
                    <a:pt x="0" y="852"/>
                  </a:lnTo>
                  <a:lnTo>
                    <a:pt x="30" y="85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"/>
            <p:cNvSpPr/>
            <p:nvPr/>
          </p:nvSpPr>
          <p:spPr>
            <a:xfrm>
              <a:off x="2431689" y="2560958"/>
              <a:ext cx="20325" cy="549443"/>
            </a:xfrm>
            <a:custGeom>
              <a:rect b="b" l="l" r="r" t="t"/>
              <a:pathLst>
                <a:path extrusionOk="0" h="838" w="31">
                  <a:moveTo>
                    <a:pt x="0" y="0"/>
                  </a:moveTo>
                  <a:lnTo>
                    <a:pt x="0" y="837"/>
                  </a:lnTo>
                  <a:lnTo>
                    <a:pt x="30" y="83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"/>
            <p:cNvSpPr/>
            <p:nvPr/>
          </p:nvSpPr>
          <p:spPr>
            <a:xfrm>
              <a:off x="2543808" y="2551123"/>
              <a:ext cx="20325" cy="549443"/>
            </a:xfrm>
            <a:custGeom>
              <a:rect b="b" l="l" r="r" t="t"/>
              <a:pathLst>
                <a:path extrusionOk="0" h="838" w="31">
                  <a:moveTo>
                    <a:pt x="1" y="0"/>
                  </a:moveTo>
                  <a:lnTo>
                    <a:pt x="1" y="837"/>
                  </a:lnTo>
                  <a:lnTo>
                    <a:pt x="30" y="83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"/>
            <p:cNvSpPr/>
            <p:nvPr/>
          </p:nvSpPr>
          <p:spPr>
            <a:xfrm>
              <a:off x="2653304" y="2560958"/>
              <a:ext cx="22948" cy="549443"/>
            </a:xfrm>
            <a:custGeom>
              <a:rect b="b" l="l" r="r" t="t"/>
              <a:pathLst>
                <a:path extrusionOk="0" h="838" w="35">
                  <a:moveTo>
                    <a:pt x="1" y="0"/>
                  </a:moveTo>
                  <a:lnTo>
                    <a:pt x="1" y="837"/>
                  </a:lnTo>
                  <a:lnTo>
                    <a:pt x="34" y="83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"/>
            <p:cNvSpPr/>
            <p:nvPr/>
          </p:nvSpPr>
          <p:spPr>
            <a:xfrm>
              <a:off x="2756244" y="2560958"/>
              <a:ext cx="19670" cy="558622"/>
            </a:xfrm>
            <a:custGeom>
              <a:rect b="b" l="l" r="r" t="t"/>
              <a:pathLst>
                <a:path extrusionOk="0" h="852" w="30">
                  <a:moveTo>
                    <a:pt x="0" y="0"/>
                  </a:moveTo>
                  <a:lnTo>
                    <a:pt x="0" y="852"/>
                  </a:lnTo>
                  <a:lnTo>
                    <a:pt x="30" y="85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"/>
            <p:cNvSpPr/>
            <p:nvPr/>
          </p:nvSpPr>
          <p:spPr>
            <a:xfrm>
              <a:off x="2858528" y="2560958"/>
              <a:ext cx="20325" cy="549443"/>
            </a:xfrm>
            <a:custGeom>
              <a:rect b="b" l="l" r="r" t="t"/>
              <a:pathLst>
                <a:path extrusionOk="0" h="838" w="31">
                  <a:moveTo>
                    <a:pt x="0" y="0"/>
                  </a:moveTo>
                  <a:lnTo>
                    <a:pt x="0" y="837"/>
                  </a:lnTo>
                  <a:lnTo>
                    <a:pt x="30" y="83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"/>
            <p:cNvSpPr/>
            <p:nvPr/>
          </p:nvSpPr>
          <p:spPr>
            <a:xfrm>
              <a:off x="2970647" y="2551123"/>
              <a:ext cx="20325" cy="549443"/>
            </a:xfrm>
            <a:custGeom>
              <a:rect b="b" l="l" r="r" t="t"/>
              <a:pathLst>
                <a:path extrusionOk="0" h="838" w="31">
                  <a:moveTo>
                    <a:pt x="1" y="0"/>
                  </a:moveTo>
                  <a:lnTo>
                    <a:pt x="1" y="837"/>
                  </a:lnTo>
                  <a:lnTo>
                    <a:pt x="30" y="83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"/>
            <p:cNvSpPr/>
            <p:nvPr/>
          </p:nvSpPr>
          <p:spPr>
            <a:xfrm>
              <a:off x="3080144" y="2551123"/>
              <a:ext cx="22948" cy="559278"/>
            </a:xfrm>
            <a:custGeom>
              <a:rect b="b" l="l" r="r" t="t"/>
              <a:pathLst>
                <a:path extrusionOk="0" h="853" w="35">
                  <a:moveTo>
                    <a:pt x="1" y="0"/>
                  </a:moveTo>
                  <a:lnTo>
                    <a:pt x="1" y="852"/>
                  </a:lnTo>
                  <a:lnTo>
                    <a:pt x="34" y="85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"/>
            <p:cNvSpPr/>
            <p:nvPr/>
          </p:nvSpPr>
          <p:spPr>
            <a:xfrm>
              <a:off x="3183084" y="2551123"/>
              <a:ext cx="19670" cy="559278"/>
            </a:xfrm>
            <a:custGeom>
              <a:rect b="b" l="l" r="r" t="t"/>
              <a:pathLst>
                <a:path extrusionOk="0" h="853" w="30">
                  <a:moveTo>
                    <a:pt x="0" y="0"/>
                  </a:moveTo>
                  <a:lnTo>
                    <a:pt x="0" y="852"/>
                  </a:lnTo>
                  <a:lnTo>
                    <a:pt x="30" y="85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"/>
            <p:cNvSpPr/>
            <p:nvPr/>
          </p:nvSpPr>
          <p:spPr>
            <a:xfrm>
              <a:off x="3285368" y="2551123"/>
              <a:ext cx="20325" cy="559278"/>
            </a:xfrm>
            <a:custGeom>
              <a:rect b="b" l="l" r="r" t="t"/>
              <a:pathLst>
                <a:path extrusionOk="0" h="853" w="31">
                  <a:moveTo>
                    <a:pt x="0" y="0"/>
                  </a:moveTo>
                  <a:lnTo>
                    <a:pt x="0" y="852"/>
                  </a:lnTo>
                  <a:lnTo>
                    <a:pt x="30" y="85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"/>
            <p:cNvSpPr/>
            <p:nvPr/>
          </p:nvSpPr>
          <p:spPr>
            <a:xfrm>
              <a:off x="3385029" y="2560958"/>
              <a:ext cx="22948" cy="558622"/>
            </a:xfrm>
            <a:custGeom>
              <a:rect b="b" l="l" r="r" t="t"/>
              <a:pathLst>
                <a:path extrusionOk="0" h="852" w="35">
                  <a:moveTo>
                    <a:pt x="1" y="0"/>
                  </a:moveTo>
                  <a:lnTo>
                    <a:pt x="1" y="852"/>
                  </a:lnTo>
                  <a:lnTo>
                    <a:pt x="34" y="852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"/>
            <p:cNvSpPr/>
            <p:nvPr/>
          </p:nvSpPr>
          <p:spPr>
            <a:xfrm>
              <a:off x="3487969" y="2560958"/>
              <a:ext cx="19670" cy="549443"/>
            </a:xfrm>
            <a:custGeom>
              <a:rect b="b" l="l" r="r" t="t"/>
              <a:pathLst>
                <a:path extrusionOk="0" h="838" w="30">
                  <a:moveTo>
                    <a:pt x="0" y="0"/>
                  </a:moveTo>
                  <a:lnTo>
                    <a:pt x="0" y="837"/>
                  </a:lnTo>
                  <a:lnTo>
                    <a:pt x="30" y="83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"/>
            <p:cNvSpPr/>
            <p:nvPr/>
          </p:nvSpPr>
          <p:spPr>
            <a:xfrm>
              <a:off x="3590253" y="2560958"/>
              <a:ext cx="20325" cy="558622"/>
            </a:xfrm>
            <a:custGeom>
              <a:rect b="b" l="l" r="r" t="t"/>
              <a:pathLst>
                <a:path extrusionOk="0" h="852" w="31">
                  <a:moveTo>
                    <a:pt x="0" y="0"/>
                  </a:moveTo>
                  <a:lnTo>
                    <a:pt x="0" y="852"/>
                  </a:lnTo>
                  <a:lnTo>
                    <a:pt x="30" y="85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"/>
            <p:cNvSpPr/>
            <p:nvPr/>
          </p:nvSpPr>
          <p:spPr>
            <a:xfrm>
              <a:off x="3689915" y="2560958"/>
              <a:ext cx="22948" cy="549443"/>
            </a:xfrm>
            <a:custGeom>
              <a:rect b="b" l="l" r="r" t="t"/>
              <a:pathLst>
                <a:path extrusionOk="0" h="838" w="35">
                  <a:moveTo>
                    <a:pt x="1" y="0"/>
                  </a:moveTo>
                  <a:lnTo>
                    <a:pt x="1" y="837"/>
                  </a:lnTo>
                  <a:lnTo>
                    <a:pt x="34" y="83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"/>
            <p:cNvSpPr/>
            <p:nvPr/>
          </p:nvSpPr>
          <p:spPr>
            <a:xfrm>
              <a:off x="2126803" y="2528830"/>
              <a:ext cx="1656840" cy="61632"/>
            </a:xfrm>
            <a:custGeom>
              <a:rect b="b" l="l" r="r" t="t"/>
              <a:pathLst>
                <a:path extrusionOk="0" h="94" w="2527">
                  <a:moveTo>
                    <a:pt x="0" y="1"/>
                  </a:moveTo>
                  <a:lnTo>
                    <a:pt x="0" y="94"/>
                  </a:lnTo>
                  <a:lnTo>
                    <a:pt x="2526" y="94"/>
                  </a:lnTo>
                  <a:lnTo>
                    <a:pt x="25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"/>
            <p:cNvSpPr/>
            <p:nvPr/>
          </p:nvSpPr>
          <p:spPr>
            <a:xfrm>
              <a:off x="2126803" y="3067794"/>
              <a:ext cx="1656840" cy="61632"/>
            </a:xfrm>
            <a:custGeom>
              <a:rect b="b" l="l" r="r" t="t"/>
              <a:pathLst>
                <a:path extrusionOk="0" h="94" w="2527">
                  <a:moveTo>
                    <a:pt x="0" y="1"/>
                  </a:moveTo>
                  <a:lnTo>
                    <a:pt x="0" y="94"/>
                  </a:lnTo>
                  <a:lnTo>
                    <a:pt x="2526" y="94"/>
                  </a:lnTo>
                  <a:lnTo>
                    <a:pt x="25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"/>
            <p:cNvSpPr/>
            <p:nvPr/>
          </p:nvSpPr>
          <p:spPr>
            <a:xfrm>
              <a:off x="2482831" y="1248301"/>
              <a:ext cx="1817476" cy="825476"/>
            </a:xfrm>
            <a:custGeom>
              <a:rect b="b" l="l" r="r" t="t"/>
              <a:pathLst>
                <a:path extrusionOk="0" h="1259" w="2772">
                  <a:moveTo>
                    <a:pt x="250" y="68"/>
                  </a:moveTo>
                  <a:lnTo>
                    <a:pt x="2712" y="559"/>
                  </a:lnTo>
                  <a:lnTo>
                    <a:pt x="2712" y="1180"/>
                  </a:lnTo>
                  <a:lnTo>
                    <a:pt x="94" y="328"/>
                  </a:lnTo>
                  <a:lnTo>
                    <a:pt x="250" y="68"/>
                  </a:lnTo>
                  <a:close/>
                  <a:moveTo>
                    <a:pt x="216" y="1"/>
                  </a:moveTo>
                  <a:lnTo>
                    <a:pt x="201" y="20"/>
                  </a:lnTo>
                  <a:lnTo>
                    <a:pt x="1" y="358"/>
                  </a:lnTo>
                  <a:lnTo>
                    <a:pt x="2772" y="1258"/>
                  </a:lnTo>
                  <a:lnTo>
                    <a:pt x="2772" y="51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"/>
            <p:cNvSpPr/>
            <p:nvPr/>
          </p:nvSpPr>
          <p:spPr>
            <a:xfrm>
              <a:off x="2492666" y="1309279"/>
              <a:ext cx="1807641" cy="758599"/>
            </a:xfrm>
            <a:custGeom>
              <a:rect b="b" l="l" r="r" t="t"/>
              <a:pathLst>
                <a:path extrusionOk="0" h="1157" w="2757">
                  <a:moveTo>
                    <a:pt x="651" y="1"/>
                  </a:moveTo>
                  <a:lnTo>
                    <a:pt x="30" y="220"/>
                  </a:lnTo>
                  <a:cubicBezTo>
                    <a:pt x="15" y="220"/>
                    <a:pt x="0" y="235"/>
                    <a:pt x="0" y="250"/>
                  </a:cubicBezTo>
                  <a:cubicBezTo>
                    <a:pt x="15" y="265"/>
                    <a:pt x="30" y="280"/>
                    <a:pt x="45" y="280"/>
                  </a:cubicBezTo>
                  <a:lnTo>
                    <a:pt x="637" y="64"/>
                  </a:lnTo>
                  <a:lnTo>
                    <a:pt x="730" y="499"/>
                  </a:lnTo>
                  <a:cubicBezTo>
                    <a:pt x="744" y="499"/>
                    <a:pt x="744" y="514"/>
                    <a:pt x="744" y="514"/>
                  </a:cubicBezTo>
                  <a:lnTo>
                    <a:pt x="774" y="514"/>
                  </a:lnTo>
                  <a:lnTo>
                    <a:pt x="1596" y="265"/>
                  </a:lnTo>
                  <a:lnTo>
                    <a:pt x="1641" y="778"/>
                  </a:lnTo>
                  <a:cubicBezTo>
                    <a:pt x="1641" y="793"/>
                    <a:pt x="1641" y="808"/>
                    <a:pt x="1659" y="808"/>
                  </a:cubicBezTo>
                  <a:lnTo>
                    <a:pt x="1674" y="808"/>
                  </a:lnTo>
                  <a:lnTo>
                    <a:pt x="2526" y="451"/>
                  </a:lnTo>
                  <a:lnTo>
                    <a:pt x="2697" y="1135"/>
                  </a:lnTo>
                  <a:cubicBezTo>
                    <a:pt x="2697" y="1146"/>
                    <a:pt x="2705" y="1156"/>
                    <a:pt x="2714" y="1156"/>
                  </a:cubicBezTo>
                  <a:cubicBezTo>
                    <a:pt x="2718" y="1156"/>
                    <a:pt x="2723" y="1155"/>
                    <a:pt x="2727" y="1150"/>
                  </a:cubicBezTo>
                  <a:cubicBezTo>
                    <a:pt x="2742" y="1150"/>
                    <a:pt x="2757" y="1135"/>
                    <a:pt x="2757" y="1117"/>
                  </a:cubicBezTo>
                  <a:lnTo>
                    <a:pt x="2571" y="391"/>
                  </a:lnTo>
                  <a:cubicBezTo>
                    <a:pt x="2571" y="391"/>
                    <a:pt x="2571" y="373"/>
                    <a:pt x="2556" y="373"/>
                  </a:cubicBezTo>
                  <a:lnTo>
                    <a:pt x="2526" y="373"/>
                  </a:lnTo>
                  <a:lnTo>
                    <a:pt x="1689" y="730"/>
                  </a:lnTo>
                  <a:lnTo>
                    <a:pt x="1659" y="220"/>
                  </a:lnTo>
                  <a:cubicBezTo>
                    <a:pt x="1659" y="205"/>
                    <a:pt x="1641" y="205"/>
                    <a:pt x="1641" y="187"/>
                  </a:cubicBezTo>
                  <a:lnTo>
                    <a:pt x="1611" y="187"/>
                  </a:lnTo>
                  <a:lnTo>
                    <a:pt x="789" y="451"/>
                  </a:lnTo>
                  <a:lnTo>
                    <a:pt x="696" y="20"/>
                  </a:lnTo>
                  <a:lnTo>
                    <a:pt x="6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"/>
            <p:cNvSpPr/>
            <p:nvPr/>
          </p:nvSpPr>
          <p:spPr>
            <a:xfrm>
              <a:off x="2614620" y="1248301"/>
              <a:ext cx="1685689" cy="707457"/>
            </a:xfrm>
            <a:custGeom>
              <a:rect b="b" l="l" r="r" t="t"/>
              <a:pathLst>
                <a:path extrusionOk="0" h="1079" w="2571">
                  <a:moveTo>
                    <a:pt x="15" y="1"/>
                  </a:moveTo>
                  <a:cubicBezTo>
                    <a:pt x="0" y="1"/>
                    <a:pt x="0" y="34"/>
                    <a:pt x="0" y="49"/>
                  </a:cubicBezTo>
                  <a:lnTo>
                    <a:pt x="186" y="466"/>
                  </a:lnTo>
                  <a:cubicBezTo>
                    <a:pt x="186" y="484"/>
                    <a:pt x="201" y="484"/>
                    <a:pt x="216" y="484"/>
                  </a:cubicBezTo>
                  <a:lnTo>
                    <a:pt x="867" y="250"/>
                  </a:lnTo>
                  <a:lnTo>
                    <a:pt x="990" y="715"/>
                  </a:lnTo>
                  <a:cubicBezTo>
                    <a:pt x="990" y="730"/>
                    <a:pt x="1008" y="730"/>
                    <a:pt x="1008" y="730"/>
                  </a:cubicBezTo>
                  <a:cubicBezTo>
                    <a:pt x="1023" y="745"/>
                    <a:pt x="1023" y="745"/>
                    <a:pt x="1038" y="745"/>
                  </a:cubicBezTo>
                  <a:lnTo>
                    <a:pt x="1797" y="436"/>
                  </a:lnTo>
                  <a:lnTo>
                    <a:pt x="1983" y="1057"/>
                  </a:lnTo>
                  <a:cubicBezTo>
                    <a:pt x="1983" y="1072"/>
                    <a:pt x="1998" y="1072"/>
                    <a:pt x="1998" y="1072"/>
                  </a:cubicBezTo>
                  <a:cubicBezTo>
                    <a:pt x="2003" y="1077"/>
                    <a:pt x="2008" y="1079"/>
                    <a:pt x="2013" y="1079"/>
                  </a:cubicBezTo>
                  <a:cubicBezTo>
                    <a:pt x="2023" y="1079"/>
                    <a:pt x="2031" y="1072"/>
                    <a:pt x="2031" y="1072"/>
                  </a:cubicBezTo>
                  <a:lnTo>
                    <a:pt x="2556" y="778"/>
                  </a:lnTo>
                  <a:cubicBezTo>
                    <a:pt x="2571" y="763"/>
                    <a:pt x="2571" y="745"/>
                    <a:pt x="2556" y="730"/>
                  </a:cubicBezTo>
                  <a:cubicBezTo>
                    <a:pt x="2556" y="715"/>
                    <a:pt x="2541" y="715"/>
                    <a:pt x="2526" y="715"/>
                  </a:cubicBezTo>
                  <a:lnTo>
                    <a:pt x="2031" y="994"/>
                  </a:lnTo>
                  <a:lnTo>
                    <a:pt x="1860" y="373"/>
                  </a:lnTo>
                  <a:lnTo>
                    <a:pt x="1845" y="358"/>
                  </a:lnTo>
                  <a:lnTo>
                    <a:pt x="1812" y="358"/>
                  </a:lnTo>
                  <a:lnTo>
                    <a:pt x="1053" y="670"/>
                  </a:lnTo>
                  <a:lnTo>
                    <a:pt x="930" y="187"/>
                  </a:lnTo>
                  <a:cubicBezTo>
                    <a:pt x="915" y="187"/>
                    <a:pt x="915" y="172"/>
                    <a:pt x="897" y="172"/>
                  </a:cubicBezTo>
                  <a:lnTo>
                    <a:pt x="882" y="172"/>
                  </a:lnTo>
                  <a:lnTo>
                    <a:pt x="231" y="421"/>
                  </a:lnTo>
                  <a:lnTo>
                    <a:pt x="60" y="20"/>
                  </a:lnTo>
                  <a:cubicBezTo>
                    <a:pt x="60" y="1"/>
                    <a:pt x="30" y="1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"/>
            <p:cNvSpPr/>
            <p:nvPr/>
          </p:nvSpPr>
          <p:spPr>
            <a:xfrm>
              <a:off x="2563478" y="1341407"/>
              <a:ext cx="1736830" cy="507481"/>
            </a:xfrm>
            <a:custGeom>
              <a:rect b="b" l="l" r="r" t="t"/>
              <a:pathLst>
                <a:path extrusionOk="0" h="774" w="2649">
                  <a:moveTo>
                    <a:pt x="30" y="0"/>
                  </a:moveTo>
                  <a:cubicBezTo>
                    <a:pt x="15" y="0"/>
                    <a:pt x="0" y="0"/>
                    <a:pt x="0" y="15"/>
                  </a:cubicBezTo>
                  <a:cubicBezTo>
                    <a:pt x="0" y="30"/>
                    <a:pt x="0" y="45"/>
                    <a:pt x="15" y="63"/>
                  </a:cubicBezTo>
                  <a:lnTo>
                    <a:pt x="2604" y="774"/>
                  </a:lnTo>
                  <a:cubicBezTo>
                    <a:pt x="2619" y="774"/>
                    <a:pt x="2634" y="774"/>
                    <a:pt x="2649" y="759"/>
                  </a:cubicBezTo>
                  <a:cubicBezTo>
                    <a:pt x="2649" y="744"/>
                    <a:pt x="2634" y="729"/>
                    <a:pt x="2619" y="714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"/>
            <p:cNvSpPr/>
            <p:nvPr/>
          </p:nvSpPr>
          <p:spPr>
            <a:xfrm>
              <a:off x="2970647" y="1604332"/>
              <a:ext cx="39995" cy="347500"/>
            </a:xfrm>
            <a:custGeom>
              <a:rect b="b" l="l" r="r" t="t"/>
              <a:pathLst>
                <a:path extrusionOk="0" h="530" w="61">
                  <a:moveTo>
                    <a:pt x="30" y="1"/>
                  </a:moveTo>
                  <a:cubicBezTo>
                    <a:pt x="15" y="1"/>
                    <a:pt x="1" y="16"/>
                    <a:pt x="1" y="34"/>
                  </a:cubicBezTo>
                  <a:lnTo>
                    <a:pt x="1" y="499"/>
                  </a:lnTo>
                  <a:cubicBezTo>
                    <a:pt x="1" y="529"/>
                    <a:pt x="15" y="529"/>
                    <a:pt x="30" y="529"/>
                  </a:cubicBezTo>
                  <a:cubicBezTo>
                    <a:pt x="60" y="529"/>
                    <a:pt x="60" y="529"/>
                    <a:pt x="60" y="499"/>
                  </a:cubicBezTo>
                  <a:lnTo>
                    <a:pt x="60" y="34"/>
                  </a:lnTo>
                  <a:cubicBezTo>
                    <a:pt x="60" y="16"/>
                    <a:pt x="60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"/>
            <p:cNvSpPr/>
            <p:nvPr/>
          </p:nvSpPr>
          <p:spPr>
            <a:xfrm>
              <a:off x="2848693" y="1880370"/>
              <a:ext cx="213088" cy="315372"/>
            </a:xfrm>
            <a:custGeom>
              <a:rect b="b" l="l" r="r" t="t"/>
              <a:pathLst>
                <a:path extrusionOk="0" h="481" w="325">
                  <a:moveTo>
                    <a:pt x="216" y="0"/>
                  </a:moveTo>
                  <a:cubicBezTo>
                    <a:pt x="201" y="0"/>
                    <a:pt x="187" y="15"/>
                    <a:pt x="187" y="30"/>
                  </a:cubicBezTo>
                  <a:cubicBezTo>
                    <a:pt x="187" y="97"/>
                    <a:pt x="187" y="164"/>
                    <a:pt x="175" y="231"/>
                  </a:cubicBezTo>
                  <a:lnTo>
                    <a:pt x="175" y="231"/>
                  </a:lnTo>
                  <a:cubicBezTo>
                    <a:pt x="131" y="233"/>
                    <a:pt x="91" y="247"/>
                    <a:pt x="60" y="264"/>
                  </a:cubicBezTo>
                  <a:cubicBezTo>
                    <a:pt x="15" y="294"/>
                    <a:pt x="1" y="324"/>
                    <a:pt x="1" y="357"/>
                  </a:cubicBezTo>
                  <a:cubicBezTo>
                    <a:pt x="1" y="387"/>
                    <a:pt x="15" y="417"/>
                    <a:pt x="30" y="432"/>
                  </a:cubicBezTo>
                  <a:cubicBezTo>
                    <a:pt x="60" y="465"/>
                    <a:pt x="123" y="480"/>
                    <a:pt x="168" y="480"/>
                  </a:cubicBezTo>
                  <a:lnTo>
                    <a:pt x="201" y="480"/>
                  </a:lnTo>
                  <a:cubicBezTo>
                    <a:pt x="231" y="480"/>
                    <a:pt x="261" y="465"/>
                    <a:pt x="294" y="450"/>
                  </a:cubicBezTo>
                  <a:cubicBezTo>
                    <a:pt x="309" y="432"/>
                    <a:pt x="309" y="417"/>
                    <a:pt x="324" y="387"/>
                  </a:cubicBezTo>
                  <a:cubicBezTo>
                    <a:pt x="324" y="387"/>
                    <a:pt x="309" y="372"/>
                    <a:pt x="309" y="357"/>
                  </a:cubicBezTo>
                  <a:cubicBezTo>
                    <a:pt x="302" y="348"/>
                    <a:pt x="294" y="343"/>
                    <a:pt x="286" y="343"/>
                  </a:cubicBezTo>
                  <a:cubicBezTo>
                    <a:pt x="279" y="343"/>
                    <a:pt x="270" y="348"/>
                    <a:pt x="261" y="357"/>
                  </a:cubicBezTo>
                  <a:cubicBezTo>
                    <a:pt x="249" y="357"/>
                    <a:pt x="246" y="378"/>
                    <a:pt x="255" y="393"/>
                  </a:cubicBezTo>
                  <a:lnTo>
                    <a:pt x="255" y="393"/>
                  </a:lnTo>
                  <a:lnTo>
                    <a:pt x="246" y="402"/>
                  </a:lnTo>
                  <a:cubicBezTo>
                    <a:pt x="231" y="402"/>
                    <a:pt x="216" y="417"/>
                    <a:pt x="187" y="417"/>
                  </a:cubicBezTo>
                  <a:lnTo>
                    <a:pt x="168" y="417"/>
                  </a:lnTo>
                  <a:cubicBezTo>
                    <a:pt x="138" y="417"/>
                    <a:pt x="94" y="402"/>
                    <a:pt x="75" y="387"/>
                  </a:cubicBezTo>
                  <a:cubicBezTo>
                    <a:pt x="60" y="372"/>
                    <a:pt x="60" y="372"/>
                    <a:pt x="60" y="357"/>
                  </a:cubicBezTo>
                  <a:cubicBezTo>
                    <a:pt x="60" y="357"/>
                    <a:pt x="60" y="324"/>
                    <a:pt x="94" y="309"/>
                  </a:cubicBezTo>
                  <a:cubicBezTo>
                    <a:pt x="108" y="294"/>
                    <a:pt x="138" y="294"/>
                    <a:pt x="187" y="294"/>
                  </a:cubicBezTo>
                  <a:lnTo>
                    <a:pt x="231" y="294"/>
                  </a:lnTo>
                  <a:lnTo>
                    <a:pt x="231" y="264"/>
                  </a:lnTo>
                  <a:cubicBezTo>
                    <a:pt x="246" y="186"/>
                    <a:pt x="246" y="108"/>
                    <a:pt x="246" y="45"/>
                  </a:cubicBezTo>
                  <a:cubicBezTo>
                    <a:pt x="246" y="15"/>
                    <a:pt x="231" y="15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"/>
            <p:cNvSpPr/>
            <p:nvPr/>
          </p:nvSpPr>
          <p:spPr>
            <a:xfrm>
              <a:off x="2888033" y="1829227"/>
              <a:ext cx="205220" cy="151457"/>
            </a:xfrm>
            <a:custGeom>
              <a:rect b="b" l="l" r="r" t="t"/>
              <a:pathLst>
                <a:path extrusionOk="0" h="231" w="313">
                  <a:moveTo>
                    <a:pt x="108" y="0"/>
                  </a:moveTo>
                  <a:cubicBezTo>
                    <a:pt x="48" y="0"/>
                    <a:pt x="0" y="45"/>
                    <a:pt x="0" y="123"/>
                  </a:cubicBezTo>
                  <a:cubicBezTo>
                    <a:pt x="0" y="186"/>
                    <a:pt x="48" y="231"/>
                    <a:pt x="108" y="231"/>
                  </a:cubicBezTo>
                  <a:lnTo>
                    <a:pt x="201" y="231"/>
                  </a:lnTo>
                  <a:cubicBezTo>
                    <a:pt x="264" y="231"/>
                    <a:pt x="313" y="186"/>
                    <a:pt x="313" y="123"/>
                  </a:cubicBezTo>
                  <a:cubicBezTo>
                    <a:pt x="313" y="45"/>
                    <a:pt x="264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9" name="Google Shape;989;p2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"/>
          <p:cNvSpPr txBox="1"/>
          <p:nvPr>
            <p:ph idx="14" type="title"/>
          </p:nvPr>
        </p:nvSpPr>
        <p:spPr>
          <a:xfrm>
            <a:off x="4298450" y="1142950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91" name="Google Shape;991;p2"/>
          <p:cNvSpPr txBox="1"/>
          <p:nvPr>
            <p:ph idx="3" type="title"/>
          </p:nvPr>
        </p:nvSpPr>
        <p:spPr>
          <a:xfrm>
            <a:off x="4339525" y="1278700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992" name="Google Shape;992;p2"/>
          <p:cNvSpPr txBox="1"/>
          <p:nvPr>
            <p:ph idx="4" type="subTitle"/>
          </p:nvPr>
        </p:nvSpPr>
        <p:spPr>
          <a:xfrm>
            <a:off x="4339525" y="1963950"/>
            <a:ext cx="20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Limitations and necessities that led to the project</a:t>
            </a:r>
            <a:endParaRPr/>
          </a:p>
        </p:txBody>
      </p:sp>
      <p:sp>
        <p:nvSpPr>
          <p:cNvPr id="993" name="Google Shape;993;p2"/>
          <p:cNvSpPr txBox="1"/>
          <p:nvPr>
            <p:ph idx="14" type="title"/>
          </p:nvPr>
        </p:nvSpPr>
        <p:spPr>
          <a:xfrm>
            <a:off x="6279650" y="112712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94" name="Google Shape;994;p2"/>
          <p:cNvSpPr txBox="1"/>
          <p:nvPr>
            <p:ph idx="3" type="title"/>
          </p:nvPr>
        </p:nvSpPr>
        <p:spPr>
          <a:xfrm>
            <a:off x="6365100" y="12403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995" name="Google Shape;995;p2"/>
          <p:cNvSpPr txBox="1"/>
          <p:nvPr>
            <p:ph idx="4" type="subTitle"/>
          </p:nvPr>
        </p:nvSpPr>
        <p:spPr>
          <a:xfrm>
            <a:off x="6344050" y="1925575"/>
            <a:ext cx="177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Goals expected to achieve with the project</a:t>
            </a:r>
            <a:endParaRPr/>
          </a:p>
        </p:txBody>
      </p:sp>
      <p:sp>
        <p:nvSpPr>
          <p:cNvPr id="996" name="Google Shape;996;p2"/>
          <p:cNvSpPr txBox="1"/>
          <p:nvPr>
            <p:ph idx="14" type="title"/>
          </p:nvPr>
        </p:nvSpPr>
        <p:spPr>
          <a:xfrm>
            <a:off x="122650" y="2971750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97" name="Google Shape;997;p2"/>
          <p:cNvSpPr txBox="1"/>
          <p:nvPr>
            <p:ph idx="3" type="title"/>
          </p:nvPr>
        </p:nvSpPr>
        <p:spPr>
          <a:xfrm>
            <a:off x="200675" y="3132525"/>
            <a:ext cx="2058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998" name="Google Shape;998;p2"/>
          <p:cNvSpPr txBox="1"/>
          <p:nvPr>
            <p:ph idx="4" type="subTitle"/>
          </p:nvPr>
        </p:nvSpPr>
        <p:spPr>
          <a:xfrm>
            <a:off x="225750" y="3828925"/>
            <a:ext cx="177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Related projects that share similar goal</a:t>
            </a:r>
            <a:endParaRPr/>
          </a:p>
        </p:txBody>
      </p:sp>
      <p:sp>
        <p:nvSpPr>
          <p:cNvPr id="999" name="Google Shape;999;p2"/>
          <p:cNvSpPr txBox="1"/>
          <p:nvPr>
            <p:ph idx="14" type="title"/>
          </p:nvPr>
        </p:nvSpPr>
        <p:spPr>
          <a:xfrm>
            <a:off x="2140225" y="29710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00" name="Google Shape;1000;p2"/>
          <p:cNvSpPr txBox="1"/>
          <p:nvPr>
            <p:ph idx="3" type="title"/>
          </p:nvPr>
        </p:nvSpPr>
        <p:spPr>
          <a:xfrm>
            <a:off x="2140225" y="3132525"/>
            <a:ext cx="2274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Expected Results</a:t>
            </a:r>
            <a:endParaRPr/>
          </a:p>
        </p:txBody>
      </p:sp>
      <p:sp>
        <p:nvSpPr>
          <p:cNvPr id="1001" name="Google Shape;1001;p2"/>
          <p:cNvSpPr txBox="1"/>
          <p:nvPr>
            <p:ph idx="4" type="subTitle"/>
          </p:nvPr>
        </p:nvSpPr>
        <p:spPr>
          <a:xfrm>
            <a:off x="2140225" y="3789300"/>
            <a:ext cx="20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Results that expected to be achieved with the project</a:t>
            </a:r>
            <a:endParaRPr/>
          </a:p>
        </p:txBody>
      </p:sp>
      <p:sp>
        <p:nvSpPr>
          <p:cNvPr id="1002" name="Google Shape;1002;p2"/>
          <p:cNvSpPr txBox="1"/>
          <p:nvPr>
            <p:ph idx="14" type="title"/>
          </p:nvPr>
        </p:nvSpPr>
        <p:spPr>
          <a:xfrm>
            <a:off x="4350025" y="29710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003" name="Google Shape;1003;p2"/>
          <p:cNvSpPr txBox="1"/>
          <p:nvPr>
            <p:ph idx="3" type="title"/>
          </p:nvPr>
        </p:nvSpPr>
        <p:spPr>
          <a:xfrm>
            <a:off x="4350025" y="3132525"/>
            <a:ext cx="2274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Calendar</a:t>
            </a:r>
            <a:endParaRPr/>
          </a:p>
        </p:txBody>
      </p:sp>
      <p:sp>
        <p:nvSpPr>
          <p:cNvPr id="1004" name="Google Shape;1004;p2"/>
          <p:cNvSpPr txBox="1"/>
          <p:nvPr>
            <p:ph idx="4" type="subTitle"/>
          </p:nvPr>
        </p:nvSpPr>
        <p:spPr>
          <a:xfrm>
            <a:off x="4350025" y="3789300"/>
            <a:ext cx="20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calendar</a:t>
            </a:r>
            <a:endParaRPr/>
          </a:p>
        </p:txBody>
      </p:sp>
      <p:sp>
        <p:nvSpPr>
          <p:cNvPr id="1005" name="Google Shape;1005;p2"/>
          <p:cNvSpPr txBox="1"/>
          <p:nvPr>
            <p:ph idx="14" type="title"/>
          </p:nvPr>
        </p:nvSpPr>
        <p:spPr>
          <a:xfrm>
            <a:off x="5950225" y="29710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1006" name="Google Shape;1006;p2"/>
          <p:cNvSpPr txBox="1"/>
          <p:nvPr>
            <p:ph idx="3" type="title"/>
          </p:nvPr>
        </p:nvSpPr>
        <p:spPr>
          <a:xfrm>
            <a:off x="5950225" y="3132525"/>
            <a:ext cx="2274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Communication</a:t>
            </a:r>
            <a:endParaRPr/>
          </a:p>
        </p:txBody>
      </p:sp>
      <p:sp>
        <p:nvSpPr>
          <p:cNvPr id="1007" name="Google Shape;1007;p2"/>
          <p:cNvSpPr txBox="1"/>
          <p:nvPr>
            <p:ph idx="4" type="subTitle"/>
          </p:nvPr>
        </p:nvSpPr>
        <p:spPr>
          <a:xfrm>
            <a:off x="5950225" y="3789300"/>
            <a:ext cx="201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Tools used for team communication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oogle Shape;1012;p3"/>
          <p:cNvGrpSpPr/>
          <p:nvPr/>
        </p:nvGrpSpPr>
        <p:grpSpPr>
          <a:xfrm>
            <a:off x="5843550" y="1058799"/>
            <a:ext cx="1090648" cy="557353"/>
            <a:chOff x="6505200" y="2955549"/>
            <a:chExt cx="1090648" cy="557353"/>
          </a:xfrm>
        </p:grpSpPr>
        <p:sp>
          <p:nvSpPr>
            <p:cNvPr id="1013" name="Google Shape;1013;p3"/>
            <p:cNvSpPr/>
            <p:nvPr/>
          </p:nvSpPr>
          <p:spPr>
            <a:xfrm>
              <a:off x="6505200" y="308187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7166767" y="295554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6804347" y="325913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6" name="Google Shape;1016;p3"/>
          <p:cNvSpPr txBox="1"/>
          <p:nvPr>
            <p:ph type="title"/>
          </p:nvPr>
        </p:nvSpPr>
        <p:spPr>
          <a:xfrm>
            <a:off x="789350" y="49125"/>
            <a:ext cx="41649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1017" name="Google Shape;1017;p3"/>
          <p:cNvSpPr txBox="1"/>
          <p:nvPr>
            <p:ph idx="2" type="title"/>
          </p:nvPr>
        </p:nvSpPr>
        <p:spPr>
          <a:xfrm>
            <a:off x="560750" y="1638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 sz="4500"/>
              <a:t>01</a:t>
            </a:r>
            <a:endParaRPr sz="4500"/>
          </a:p>
        </p:txBody>
      </p:sp>
      <p:grpSp>
        <p:nvGrpSpPr>
          <p:cNvPr id="1018" name="Google Shape;1018;p3"/>
          <p:cNvGrpSpPr/>
          <p:nvPr/>
        </p:nvGrpSpPr>
        <p:grpSpPr>
          <a:xfrm>
            <a:off x="914060" y="2571743"/>
            <a:ext cx="276499" cy="314738"/>
            <a:chOff x="3698746" y="3476918"/>
            <a:chExt cx="276499" cy="314738"/>
          </a:xfrm>
        </p:grpSpPr>
        <p:sp>
          <p:nvSpPr>
            <p:cNvPr id="1019" name="Google Shape;1019;p3"/>
            <p:cNvSpPr/>
            <p:nvPr/>
          </p:nvSpPr>
          <p:spPr>
            <a:xfrm>
              <a:off x="3772349" y="3591822"/>
              <a:ext cx="129012" cy="69842"/>
            </a:xfrm>
            <a:custGeom>
              <a:rect b="b" l="l" r="r" t="t"/>
              <a:pathLst>
                <a:path extrusionOk="0" h="4222" w="7800">
                  <a:moveTo>
                    <a:pt x="0" y="0"/>
                  </a:moveTo>
                  <a:lnTo>
                    <a:pt x="0" y="335"/>
                  </a:lnTo>
                  <a:cubicBezTo>
                    <a:pt x="0" y="2475"/>
                    <a:pt x="1751" y="4222"/>
                    <a:pt x="3909" y="4222"/>
                  </a:cubicBezTo>
                  <a:lnTo>
                    <a:pt x="3927" y="4222"/>
                  </a:lnTo>
                  <a:cubicBezTo>
                    <a:pt x="4373" y="4222"/>
                    <a:pt x="4802" y="4150"/>
                    <a:pt x="5213" y="3998"/>
                  </a:cubicBezTo>
                  <a:lnTo>
                    <a:pt x="5231" y="3998"/>
                  </a:lnTo>
                  <a:cubicBezTo>
                    <a:pt x="6741" y="3462"/>
                    <a:pt x="7799" y="2011"/>
                    <a:pt x="7799" y="335"/>
                  </a:cubicBezTo>
                  <a:lnTo>
                    <a:pt x="7799" y="0"/>
                  </a:lnTo>
                  <a:cubicBezTo>
                    <a:pt x="6906" y="559"/>
                    <a:pt x="5865" y="894"/>
                    <a:pt x="4766" y="894"/>
                  </a:cubicBezTo>
                  <a:lnTo>
                    <a:pt x="3056" y="894"/>
                  </a:lnTo>
                  <a:cubicBezTo>
                    <a:pt x="1939" y="894"/>
                    <a:pt x="893" y="55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3753874" y="3476918"/>
              <a:ext cx="165962" cy="74276"/>
            </a:xfrm>
            <a:custGeom>
              <a:rect b="b" l="l" r="r" t="t"/>
              <a:pathLst>
                <a:path extrusionOk="0" h="4490" w="10034">
                  <a:moveTo>
                    <a:pt x="6142" y="1099"/>
                  </a:moveTo>
                  <a:cubicBezTo>
                    <a:pt x="6442" y="1099"/>
                    <a:pt x="6701" y="1363"/>
                    <a:pt x="6701" y="1657"/>
                  </a:cubicBezTo>
                  <a:cubicBezTo>
                    <a:pt x="6701" y="1975"/>
                    <a:pt x="6442" y="2216"/>
                    <a:pt x="6142" y="2216"/>
                  </a:cubicBezTo>
                  <a:lnTo>
                    <a:pt x="3909" y="2216"/>
                  </a:lnTo>
                  <a:cubicBezTo>
                    <a:pt x="3592" y="2216"/>
                    <a:pt x="3351" y="1975"/>
                    <a:pt x="3351" y="1657"/>
                  </a:cubicBezTo>
                  <a:cubicBezTo>
                    <a:pt x="3351" y="1363"/>
                    <a:pt x="3592" y="1099"/>
                    <a:pt x="3909" y="1099"/>
                  </a:cubicBezTo>
                  <a:close/>
                  <a:moveTo>
                    <a:pt x="2792" y="0"/>
                  </a:moveTo>
                  <a:cubicBezTo>
                    <a:pt x="1247" y="0"/>
                    <a:pt x="0" y="1251"/>
                    <a:pt x="0" y="2774"/>
                  </a:cubicBezTo>
                  <a:lnTo>
                    <a:pt x="0" y="4490"/>
                  </a:lnTo>
                  <a:lnTo>
                    <a:pt x="10033" y="4490"/>
                  </a:lnTo>
                  <a:lnTo>
                    <a:pt x="10033" y="2774"/>
                  </a:lnTo>
                  <a:cubicBezTo>
                    <a:pt x="10033" y="1251"/>
                    <a:pt x="8787" y="0"/>
                    <a:pt x="7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3772349" y="3735544"/>
              <a:ext cx="129012" cy="56112"/>
            </a:xfrm>
            <a:custGeom>
              <a:rect b="b" l="l" r="r" t="t"/>
              <a:pathLst>
                <a:path extrusionOk="0" h="3392" w="7800">
                  <a:moveTo>
                    <a:pt x="6142" y="1117"/>
                  </a:moveTo>
                  <a:cubicBezTo>
                    <a:pt x="6442" y="1117"/>
                    <a:pt x="6683" y="1363"/>
                    <a:pt x="6683" y="1676"/>
                  </a:cubicBezTo>
                  <a:cubicBezTo>
                    <a:pt x="6683" y="1975"/>
                    <a:pt x="6442" y="2234"/>
                    <a:pt x="6142" y="2234"/>
                  </a:cubicBezTo>
                  <a:lnTo>
                    <a:pt x="3909" y="2234"/>
                  </a:lnTo>
                  <a:cubicBezTo>
                    <a:pt x="3592" y="2234"/>
                    <a:pt x="3350" y="1975"/>
                    <a:pt x="3350" y="1676"/>
                  </a:cubicBezTo>
                  <a:cubicBezTo>
                    <a:pt x="3350" y="1363"/>
                    <a:pt x="3592" y="1117"/>
                    <a:pt x="3909" y="1117"/>
                  </a:cubicBezTo>
                  <a:close/>
                  <a:moveTo>
                    <a:pt x="0" y="1"/>
                  </a:moveTo>
                  <a:lnTo>
                    <a:pt x="0" y="3391"/>
                  </a:lnTo>
                  <a:lnTo>
                    <a:pt x="7799" y="3391"/>
                  </a:lnTo>
                  <a:lnTo>
                    <a:pt x="7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3884424" y="3681979"/>
              <a:ext cx="90821" cy="109677"/>
            </a:xfrm>
            <a:custGeom>
              <a:rect b="b" l="l" r="r" t="t"/>
              <a:pathLst>
                <a:path extrusionOk="0" h="6630" w="5491">
                  <a:moveTo>
                    <a:pt x="1006" y="0"/>
                  </a:moveTo>
                  <a:cubicBezTo>
                    <a:pt x="970" y="952"/>
                    <a:pt x="595" y="1564"/>
                    <a:pt x="1" y="2122"/>
                  </a:cubicBezTo>
                  <a:lnTo>
                    <a:pt x="1582" y="2122"/>
                  </a:lnTo>
                  <a:cubicBezTo>
                    <a:pt x="1899" y="2122"/>
                    <a:pt x="2140" y="2368"/>
                    <a:pt x="2140" y="2680"/>
                  </a:cubicBezTo>
                  <a:lnTo>
                    <a:pt x="2140" y="6629"/>
                  </a:lnTo>
                  <a:lnTo>
                    <a:pt x="4932" y="6629"/>
                  </a:lnTo>
                  <a:cubicBezTo>
                    <a:pt x="5231" y="6629"/>
                    <a:pt x="5490" y="6366"/>
                    <a:pt x="5490" y="6071"/>
                  </a:cubicBezTo>
                  <a:lnTo>
                    <a:pt x="5490" y="3949"/>
                  </a:lnTo>
                  <a:cubicBezTo>
                    <a:pt x="5490" y="2104"/>
                    <a:pt x="4244" y="429"/>
                    <a:pt x="2122" y="152"/>
                  </a:cubicBezTo>
                  <a:lnTo>
                    <a:pt x="10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3698746" y="3681979"/>
              <a:ext cx="90540" cy="109677"/>
            </a:xfrm>
            <a:custGeom>
              <a:rect b="b" l="l" r="r" t="t"/>
              <a:pathLst>
                <a:path extrusionOk="0" h="6630" w="5474">
                  <a:moveTo>
                    <a:pt x="4468" y="0"/>
                  </a:moveTo>
                  <a:lnTo>
                    <a:pt x="3374" y="152"/>
                  </a:lnTo>
                  <a:cubicBezTo>
                    <a:pt x="1252" y="429"/>
                    <a:pt x="1" y="2104"/>
                    <a:pt x="1" y="3949"/>
                  </a:cubicBezTo>
                  <a:lnTo>
                    <a:pt x="1" y="6071"/>
                  </a:lnTo>
                  <a:cubicBezTo>
                    <a:pt x="1" y="6366"/>
                    <a:pt x="247" y="6629"/>
                    <a:pt x="559" y="6629"/>
                  </a:cubicBezTo>
                  <a:lnTo>
                    <a:pt x="3333" y="6629"/>
                  </a:lnTo>
                  <a:lnTo>
                    <a:pt x="3333" y="2680"/>
                  </a:lnTo>
                  <a:cubicBezTo>
                    <a:pt x="3333" y="2368"/>
                    <a:pt x="3597" y="2122"/>
                    <a:pt x="3892" y="2122"/>
                  </a:cubicBezTo>
                  <a:lnTo>
                    <a:pt x="5473" y="2122"/>
                  </a:lnTo>
                  <a:cubicBezTo>
                    <a:pt x="4897" y="1564"/>
                    <a:pt x="4508" y="952"/>
                    <a:pt x="4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3789270" y="3668745"/>
              <a:ext cx="95171" cy="48337"/>
            </a:xfrm>
            <a:custGeom>
              <a:rect b="b" l="l" r="r" t="t"/>
              <a:pathLst>
                <a:path extrusionOk="0" h="2922" w="5754">
                  <a:moveTo>
                    <a:pt x="375" y="1"/>
                  </a:moveTo>
                  <a:cubicBezTo>
                    <a:pt x="299" y="188"/>
                    <a:pt x="335" y="394"/>
                    <a:pt x="94" y="577"/>
                  </a:cubicBezTo>
                  <a:cubicBezTo>
                    <a:pt x="0" y="1917"/>
                    <a:pt x="1398" y="2922"/>
                    <a:pt x="2886" y="2922"/>
                  </a:cubicBezTo>
                  <a:cubicBezTo>
                    <a:pt x="4355" y="2922"/>
                    <a:pt x="5754" y="1939"/>
                    <a:pt x="5660" y="577"/>
                  </a:cubicBezTo>
                  <a:cubicBezTo>
                    <a:pt x="5436" y="394"/>
                    <a:pt x="5454" y="206"/>
                    <a:pt x="5401" y="18"/>
                  </a:cubicBezTo>
                  <a:cubicBezTo>
                    <a:pt x="4619" y="465"/>
                    <a:pt x="3797" y="688"/>
                    <a:pt x="2904" y="688"/>
                  </a:cubicBezTo>
                  <a:cubicBezTo>
                    <a:pt x="1974" y="688"/>
                    <a:pt x="1117" y="429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3773606" y="3569655"/>
              <a:ext cx="126498" cy="18495"/>
            </a:xfrm>
            <a:custGeom>
              <a:rect b="b" l="l" r="r" t="t"/>
              <a:pathLst>
                <a:path extrusionOk="0" h="1118" w="7648">
                  <a:moveTo>
                    <a:pt x="0" y="0"/>
                  </a:moveTo>
                  <a:cubicBezTo>
                    <a:pt x="817" y="706"/>
                    <a:pt x="1863" y="1117"/>
                    <a:pt x="2980" y="1117"/>
                  </a:cubicBezTo>
                  <a:lnTo>
                    <a:pt x="4690" y="1117"/>
                  </a:lnTo>
                  <a:cubicBezTo>
                    <a:pt x="5807" y="1117"/>
                    <a:pt x="6848" y="706"/>
                    <a:pt x="7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3717221" y="3569655"/>
              <a:ext cx="36669" cy="36956"/>
            </a:xfrm>
            <a:custGeom>
              <a:rect b="b" l="l" r="r" t="t"/>
              <a:pathLst>
                <a:path extrusionOk="0" h="2234" w="2217">
                  <a:moveTo>
                    <a:pt x="1100" y="0"/>
                  </a:moveTo>
                  <a:cubicBezTo>
                    <a:pt x="488" y="0"/>
                    <a:pt x="1" y="501"/>
                    <a:pt x="1" y="1117"/>
                  </a:cubicBezTo>
                  <a:cubicBezTo>
                    <a:pt x="1" y="1729"/>
                    <a:pt x="488" y="2234"/>
                    <a:pt x="1100" y="2234"/>
                  </a:cubicBezTo>
                  <a:lnTo>
                    <a:pt x="2216" y="2234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3919820" y="3569655"/>
              <a:ext cx="36950" cy="36956"/>
            </a:xfrm>
            <a:custGeom>
              <a:rect b="b" l="l" r="r" t="t"/>
              <a:pathLst>
                <a:path extrusionOk="0" h="2234" w="2234">
                  <a:moveTo>
                    <a:pt x="0" y="0"/>
                  </a:moveTo>
                  <a:lnTo>
                    <a:pt x="0" y="2234"/>
                  </a:lnTo>
                  <a:lnTo>
                    <a:pt x="1117" y="2234"/>
                  </a:lnTo>
                  <a:cubicBezTo>
                    <a:pt x="1733" y="2234"/>
                    <a:pt x="2234" y="1729"/>
                    <a:pt x="2234" y="1117"/>
                  </a:cubicBezTo>
                  <a:cubicBezTo>
                    <a:pt x="2234" y="501"/>
                    <a:pt x="1733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3"/>
          <p:cNvGrpSpPr/>
          <p:nvPr/>
        </p:nvGrpSpPr>
        <p:grpSpPr>
          <a:xfrm>
            <a:off x="3061085" y="2571743"/>
            <a:ext cx="276499" cy="314738"/>
            <a:chOff x="3698746" y="3476918"/>
            <a:chExt cx="276499" cy="314738"/>
          </a:xfrm>
        </p:grpSpPr>
        <p:sp>
          <p:nvSpPr>
            <p:cNvPr id="1029" name="Google Shape;1029;p3"/>
            <p:cNvSpPr/>
            <p:nvPr/>
          </p:nvSpPr>
          <p:spPr>
            <a:xfrm>
              <a:off x="3772349" y="3591822"/>
              <a:ext cx="129012" cy="69842"/>
            </a:xfrm>
            <a:custGeom>
              <a:rect b="b" l="l" r="r" t="t"/>
              <a:pathLst>
                <a:path extrusionOk="0" h="4222" w="7800">
                  <a:moveTo>
                    <a:pt x="0" y="0"/>
                  </a:moveTo>
                  <a:lnTo>
                    <a:pt x="0" y="335"/>
                  </a:lnTo>
                  <a:cubicBezTo>
                    <a:pt x="0" y="2475"/>
                    <a:pt x="1751" y="4222"/>
                    <a:pt x="3909" y="4222"/>
                  </a:cubicBezTo>
                  <a:lnTo>
                    <a:pt x="3927" y="4222"/>
                  </a:lnTo>
                  <a:cubicBezTo>
                    <a:pt x="4373" y="4222"/>
                    <a:pt x="4802" y="4150"/>
                    <a:pt x="5213" y="3998"/>
                  </a:cubicBezTo>
                  <a:lnTo>
                    <a:pt x="5231" y="3998"/>
                  </a:lnTo>
                  <a:cubicBezTo>
                    <a:pt x="6741" y="3462"/>
                    <a:pt x="7799" y="2011"/>
                    <a:pt x="7799" y="335"/>
                  </a:cubicBezTo>
                  <a:lnTo>
                    <a:pt x="7799" y="0"/>
                  </a:lnTo>
                  <a:cubicBezTo>
                    <a:pt x="6906" y="559"/>
                    <a:pt x="5865" y="894"/>
                    <a:pt x="4766" y="894"/>
                  </a:cubicBezTo>
                  <a:lnTo>
                    <a:pt x="3056" y="894"/>
                  </a:lnTo>
                  <a:cubicBezTo>
                    <a:pt x="1939" y="894"/>
                    <a:pt x="893" y="55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3753874" y="3476918"/>
              <a:ext cx="165962" cy="74276"/>
            </a:xfrm>
            <a:custGeom>
              <a:rect b="b" l="l" r="r" t="t"/>
              <a:pathLst>
                <a:path extrusionOk="0" h="4490" w="10034">
                  <a:moveTo>
                    <a:pt x="6142" y="1099"/>
                  </a:moveTo>
                  <a:cubicBezTo>
                    <a:pt x="6442" y="1099"/>
                    <a:pt x="6701" y="1363"/>
                    <a:pt x="6701" y="1657"/>
                  </a:cubicBezTo>
                  <a:cubicBezTo>
                    <a:pt x="6701" y="1975"/>
                    <a:pt x="6442" y="2216"/>
                    <a:pt x="6142" y="2216"/>
                  </a:cubicBezTo>
                  <a:lnTo>
                    <a:pt x="3909" y="2216"/>
                  </a:lnTo>
                  <a:cubicBezTo>
                    <a:pt x="3592" y="2216"/>
                    <a:pt x="3351" y="1975"/>
                    <a:pt x="3351" y="1657"/>
                  </a:cubicBezTo>
                  <a:cubicBezTo>
                    <a:pt x="3351" y="1363"/>
                    <a:pt x="3592" y="1099"/>
                    <a:pt x="3909" y="1099"/>
                  </a:cubicBezTo>
                  <a:close/>
                  <a:moveTo>
                    <a:pt x="2792" y="0"/>
                  </a:moveTo>
                  <a:cubicBezTo>
                    <a:pt x="1247" y="0"/>
                    <a:pt x="0" y="1251"/>
                    <a:pt x="0" y="2774"/>
                  </a:cubicBezTo>
                  <a:lnTo>
                    <a:pt x="0" y="4490"/>
                  </a:lnTo>
                  <a:lnTo>
                    <a:pt x="10033" y="4490"/>
                  </a:lnTo>
                  <a:lnTo>
                    <a:pt x="10033" y="2774"/>
                  </a:lnTo>
                  <a:cubicBezTo>
                    <a:pt x="10033" y="1251"/>
                    <a:pt x="8787" y="0"/>
                    <a:pt x="7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3772349" y="3735544"/>
              <a:ext cx="129012" cy="56112"/>
            </a:xfrm>
            <a:custGeom>
              <a:rect b="b" l="l" r="r" t="t"/>
              <a:pathLst>
                <a:path extrusionOk="0" h="3392" w="7800">
                  <a:moveTo>
                    <a:pt x="6142" y="1117"/>
                  </a:moveTo>
                  <a:cubicBezTo>
                    <a:pt x="6442" y="1117"/>
                    <a:pt x="6683" y="1363"/>
                    <a:pt x="6683" y="1676"/>
                  </a:cubicBezTo>
                  <a:cubicBezTo>
                    <a:pt x="6683" y="1975"/>
                    <a:pt x="6442" y="2234"/>
                    <a:pt x="6142" y="2234"/>
                  </a:cubicBezTo>
                  <a:lnTo>
                    <a:pt x="3909" y="2234"/>
                  </a:lnTo>
                  <a:cubicBezTo>
                    <a:pt x="3592" y="2234"/>
                    <a:pt x="3350" y="1975"/>
                    <a:pt x="3350" y="1676"/>
                  </a:cubicBezTo>
                  <a:cubicBezTo>
                    <a:pt x="3350" y="1363"/>
                    <a:pt x="3592" y="1117"/>
                    <a:pt x="3909" y="1117"/>
                  </a:cubicBezTo>
                  <a:close/>
                  <a:moveTo>
                    <a:pt x="0" y="1"/>
                  </a:moveTo>
                  <a:lnTo>
                    <a:pt x="0" y="3391"/>
                  </a:lnTo>
                  <a:lnTo>
                    <a:pt x="7799" y="3391"/>
                  </a:lnTo>
                  <a:lnTo>
                    <a:pt x="7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3884424" y="3681979"/>
              <a:ext cx="90821" cy="109677"/>
            </a:xfrm>
            <a:custGeom>
              <a:rect b="b" l="l" r="r" t="t"/>
              <a:pathLst>
                <a:path extrusionOk="0" h="6630" w="5491">
                  <a:moveTo>
                    <a:pt x="1006" y="0"/>
                  </a:moveTo>
                  <a:cubicBezTo>
                    <a:pt x="970" y="952"/>
                    <a:pt x="595" y="1564"/>
                    <a:pt x="1" y="2122"/>
                  </a:cubicBezTo>
                  <a:lnTo>
                    <a:pt x="1582" y="2122"/>
                  </a:lnTo>
                  <a:cubicBezTo>
                    <a:pt x="1899" y="2122"/>
                    <a:pt x="2140" y="2368"/>
                    <a:pt x="2140" y="2680"/>
                  </a:cubicBezTo>
                  <a:lnTo>
                    <a:pt x="2140" y="6629"/>
                  </a:lnTo>
                  <a:lnTo>
                    <a:pt x="4932" y="6629"/>
                  </a:lnTo>
                  <a:cubicBezTo>
                    <a:pt x="5231" y="6629"/>
                    <a:pt x="5490" y="6366"/>
                    <a:pt x="5490" y="6071"/>
                  </a:cubicBezTo>
                  <a:lnTo>
                    <a:pt x="5490" y="3949"/>
                  </a:lnTo>
                  <a:cubicBezTo>
                    <a:pt x="5490" y="2104"/>
                    <a:pt x="4244" y="429"/>
                    <a:pt x="2122" y="152"/>
                  </a:cubicBezTo>
                  <a:lnTo>
                    <a:pt x="10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3698746" y="3681979"/>
              <a:ext cx="90540" cy="109677"/>
            </a:xfrm>
            <a:custGeom>
              <a:rect b="b" l="l" r="r" t="t"/>
              <a:pathLst>
                <a:path extrusionOk="0" h="6630" w="5474">
                  <a:moveTo>
                    <a:pt x="4468" y="0"/>
                  </a:moveTo>
                  <a:lnTo>
                    <a:pt x="3374" y="152"/>
                  </a:lnTo>
                  <a:cubicBezTo>
                    <a:pt x="1252" y="429"/>
                    <a:pt x="1" y="2104"/>
                    <a:pt x="1" y="3949"/>
                  </a:cubicBezTo>
                  <a:lnTo>
                    <a:pt x="1" y="6071"/>
                  </a:lnTo>
                  <a:cubicBezTo>
                    <a:pt x="1" y="6366"/>
                    <a:pt x="247" y="6629"/>
                    <a:pt x="559" y="6629"/>
                  </a:cubicBezTo>
                  <a:lnTo>
                    <a:pt x="3333" y="6629"/>
                  </a:lnTo>
                  <a:lnTo>
                    <a:pt x="3333" y="2680"/>
                  </a:lnTo>
                  <a:cubicBezTo>
                    <a:pt x="3333" y="2368"/>
                    <a:pt x="3597" y="2122"/>
                    <a:pt x="3892" y="2122"/>
                  </a:cubicBezTo>
                  <a:lnTo>
                    <a:pt x="5473" y="2122"/>
                  </a:lnTo>
                  <a:cubicBezTo>
                    <a:pt x="4897" y="1564"/>
                    <a:pt x="4508" y="952"/>
                    <a:pt x="4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3789270" y="3668745"/>
              <a:ext cx="95171" cy="48337"/>
            </a:xfrm>
            <a:custGeom>
              <a:rect b="b" l="l" r="r" t="t"/>
              <a:pathLst>
                <a:path extrusionOk="0" h="2922" w="5754">
                  <a:moveTo>
                    <a:pt x="375" y="1"/>
                  </a:moveTo>
                  <a:cubicBezTo>
                    <a:pt x="299" y="188"/>
                    <a:pt x="335" y="394"/>
                    <a:pt x="94" y="577"/>
                  </a:cubicBezTo>
                  <a:cubicBezTo>
                    <a:pt x="0" y="1917"/>
                    <a:pt x="1398" y="2922"/>
                    <a:pt x="2886" y="2922"/>
                  </a:cubicBezTo>
                  <a:cubicBezTo>
                    <a:pt x="4355" y="2922"/>
                    <a:pt x="5754" y="1939"/>
                    <a:pt x="5660" y="577"/>
                  </a:cubicBezTo>
                  <a:cubicBezTo>
                    <a:pt x="5436" y="394"/>
                    <a:pt x="5454" y="206"/>
                    <a:pt x="5401" y="18"/>
                  </a:cubicBezTo>
                  <a:cubicBezTo>
                    <a:pt x="4619" y="465"/>
                    <a:pt x="3797" y="688"/>
                    <a:pt x="2904" y="688"/>
                  </a:cubicBezTo>
                  <a:cubicBezTo>
                    <a:pt x="1974" y="688"/>
                    <a:pt x="1117" y="429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3773606" y="3569655"/>
              <a:ext cx="126498" cy="18495"/>
            </a:xfrm>
            <a:custGeom>
              <a:rect b="b" l="l" r="r" t="t"/>
              <a:pathLst>
                <a:path extrusionOk="0" h="1118" w="7648">
                  <a:moveTo>
                    <a:pt x="0" y="0"/>
                  </a:moveTo>
                  <a:cubicBezTo>
                    <a:pt x="817" y="706"/>
                    <a:pt x="1863" y="1117"/>
                    <a:pt x="2980" y="1117"/>
                  </a:cubicBezTo>
                  <a:lnTo>
                    <a:pt x="4690" y="1117"/>
                  </a:lnTo>
                  <a:cubicBezTo>
                    <a:pt x="5807" y="1117"/>
                    <a:pt x="6848" y="706"/>
                    <a:pt x="7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3717221" y="3569655"/>
              <a:ext cx="36669" cy="36956"/>
            </a:xfrm>
            <a:custGeom>
              <a:rect b="b" l="l" r="r" t="t"/>
              <a:pathLst>
                <a:path extrusionOk="0" h="2234" w="2217">
                  <a:moveTo>
                    <a:pt x="1100" y="0"/>
                  </a:moveTo>
                  <a:cubicBezTo>
                    <a:pt x="488" y="0"/>
                    <a:pt x="1" y="501"/>
                    <a:pt x="1" y="1117"/>
                  </a:cubicBezTo>
                  <a:cubicBezTo>
                    <a:pt x="1" y="1729"/>
                    <a:pt x="488" y="2234"/>
                    <a:pt x="1100" y="2234"/>
                  </a:cubicBezTo>
                  <a:lnTo>
                    <a:pt x="2216" y="2234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3919820" y="3569655"/>
              <a:ext cx="36950" cy="36956"/>
            </a:xfrm>
            <a:custGeom>
              <a:rect b="b" l="l" r="r" t="t"/>
              <a:pathLst>
                <a:path extrusionOk="0" h="2234" w="2234">
                  <a:moveTo>
                    <a:pt x="0" y="0"/>
                  </a:moveTo>
                  <a:lnTo>
                    <a:pt x="0" y="2234"/>
                  </a:lnTo>
                  <a:lnTo>
                    <a:pt x="1117" y="2234"/>
                  </a:lnTo>
                  <a:cubicBezTo>
                    <a:pt x="1733" y="2234"/>
                    <a:pt x="2234" y="1729"/>
                    <a:pt x="2234" y="1117"/>
                  </a:cubicBezTo>
                  <a:cubicBezTo>
                    <a:pt x="2234" y="501"/>
                    <a:pt x="1733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" name="Google Shape;1038;p3"/>
          <p:cNvGrpSpPr/>
          <p:nvPr/>
        </p:nvGrpSpPr>
        <p:grpSpPr>
          <a:xfrm>
            <a:off x="5410710" y="2571743"/>
            <a:ext cx="276499" cy="314738"/>
            <a:chOff x="3698746" y="3476918"/>
            <a:chExt cx="276499" cy="314738"/>
          </a:xfrm>
        </p:grpSpPr>
        <p:sp>
          <p:nvSpPr>
            <p:cNvPr id="1039" name="Google Shape;1039;p3"/>
            <p:cNvSpPr/>
            <p:nvPr/>
          </p:nvSpPr>
          <p:spPr>
            <a:xfrm>
              <a:off x="3772349" y="3591822"/>
              <a:ext cx="129012" cy="69842"/>
            </a:xfrm>
            <a:custGeom>
              <a:rect b="b" l="l" r="r" t="t"/>
              <a:pathLst>
                <a:path extrusionOk="0" h="4222" w="7800">
                  <a:moveTo>
                    <a:pt x="0" y="0"/>
                  </a:moveTo>
                  <a:lnTo>
                    <a:pt x="0" y="335"/>
                  </a:lnTo>
                  <a:cubicBezTo>
                    <a:pt x="0" y="2475"/>
                    <a:pt x="1751" y="4222"/>
                    <a:pt x="3909" y="4222"/>
                  </a:cubicBezTo>
                  <a:lnTo>
                    <a:pt x="3927" y="4222"/>
                  </a:lnTo>
                  <a:cubicBezTo>
                    <a:pt x="4373" y="4222"/>
                    <a:pt x="4802" y="4150"/>
                    <a:pt x="5213" y="3998"/>
                  </a:cubicBezTo>
                  <a:lnTo>
                    <a:pt x="5231" y="3998"/>
                  </a:lnTo>
                  <a:cubicBezTo>
                    <a:pt x="6741" y="3462"/>
                    <a:pt x="7799" y="2011"/>
                    <a:pt x="7799" y="335"/>
                  </a:cubicBezTo>
                  <a:lnTo>
                    <a:pt x="7799" y="0"/>
                  </a:lnTo>
                  <a:cubicBezTo>
                    <a:pt x="6906" y="559"/>
                    <a:pt x="5865" y="894"/>
                    <a:pt x="4766" y="894"/>
                  </a:cubicBezTo>
                  <a:lnTo>
                    <a:pt x="3056" y="894"/>
                  </a:lnTo>
                  <a:cubicBezTo>
                    <a:pt x="1939" y="894"/>
                    <a:pt x="893" y="55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3753874" y="3476918"/>
              <a:ext cx="165962" cy="74276"/>
            </a:xfrm>
            <a:custGeom>
              <a:rect b="b" l="l" r="r" t="t"/>
              <a:pathLst>
                <a:path extrusionOk="0" h="4490" w="10034">
                  <a:moveTo>
                    <a:pt x="6142" y="1099"/>
                  </a:moveTo>
                  <a:cubicBezTo>
                    <a:pt x="6442" y="1099"/>
                    <a:pt x="6701" y="1363"/>
                    <a:pt x="6701" y="1657"/>
                  </a:cubicBezTo>
                  <a:cubicBezTo>
                    <a:pt x="6701" y="1975"/>
                    <a:pt x="6442" y="2216"/>
                    <a:pt x="6142" y="2216"/>
                  </a:cubicBezTo>
                  <a:lnTo>
                    <a:pt x="3909" y="2216"/>
                  </a:lnTo>
                  <a:cubicBezTo>
                    <a:pt x="3592" y="2216"/>
                    <a:pt x="3351" y="1975"/>
                    <a:pt x="3351" y="1657"/>
                  </a:cubicBezTo>
                  <a:cubicBezTo>
                    <a:pt x="3351" y="1363"/>
                    <a:pt x="3592" y="1099"/>
                    <a:pt x="3909" y="1099"/>
                  </a:cubicBezTo>
                  <a:close/>
                  <a:moveTo>
                    <a:pt x="2792" y="0"/>
                  </a:moveTo>
                  <a:cubicBezTo>
                    <a:pt x="1247" y="0"/>
                    <a:pt x="0" y="1251"/>
                    <a:pt x="0" y="2774"/>
                  </a:cubicBezTo>
                  <a:lnTo>
                    <a:pt x="0" y="4490"/>
                  </a:lnTo>
                  <a:lnTo>
                    <a:pt x="10033" y="4490"/>
                  </a:lnTo>
                  <a:lnTo>
                    <a:pt x="10033" y="2774"/>
                  </a:lnTo>
                  <a:cubicBezTo>
                    <a:pt x="10033" y="1251"/>
                    <a:pt x="8787" y="0"/>
                    <a:pt x="7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772349" y="3735544"/>
              <a:ext cx="129012" cy="56112"/>
            </a:xfrm>
            <a:custGeom>
              <a:rect b="b" l="l" r="r" t="t"/>
              <a:pathLst>
                <a:path extrusionOk="0" h="3392" w="7800">
                  <a:moveTo>
                    <a:pt x="6142" y="1117"/>
                  </a:moveTo>
                  <a:cubicBezTo>
                    <a:pt x="6442" y="1117"/>
                    <a:pt x="6683" y="1363"/>
                    <a:pt x="6683" y="1676"/>
                  </a:cubicBezTo>
                  <a:cubicBezTo>
                    <a:pt x="6683" y="1975"/>
                    <a:pt x="6442" y="2234"/>
                    <a:pt x="6142" y="2234"/>
                  </a:cubicBezTo>
                  <a:lnTo>
                    <a:pt x="3909" y="2234"/>
                  </a:lnTo>
                  <a:cubicBezTo>
                    <a:pt x="3592" y="2234"/>
                    <a:pt x="3350" y="1975"/>
                    <a:pt x="3350" y="1676"/>
                  </a:cubicBezTo>
                  <a:cubicBezTo>
                    <a:pt x="3350" y="1363"/>
                    <a:pt x="3592" y="1117"/>
                    <a:pt x="3909" y="1117"/>
                  </a:cubicBezTo>
                  <a:close/>
                  <a:moveTo>
                    <a:pt x="0" y="1"/>
                  </a:moveTo>
                  <a:lnTo>
                    <a:pt x="0" y="3391"/>
                  </a:lnTo>
                  <a:lnTo>
                    <a:pt x="7799" y="3391"/>
                  </a:lnTo>
                  <a:lnTo>
                    <a:pt x="7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884424" y="3681979"/>
              <a:ext cx="90821" cy="109677"/>
            </a:xfrm>
            <a:custGeom>
              <a:rect b="b" l="l" r="r" t="t"/>
              <a:pathLst>
                <a:path extrusionOk="0" h="6630" w="5491">
                  <a:moveTo>
                    <a:pt x="1006" y="0"/>
                  </a:moveTo>
                  <a:cubicBezTo>
                    <a:pt x="970" y="952"/>
                    <a:pt x="595" y="1564"/>
                    <a:pt x="1" y="2122"/>
                  </a:cubicBezTo>
                  <a:lnTo>
                    <a:pt x="1582" y="2122"/>
                  </a:lnTo>
                  <a:cubicBezTo>
                    <a:pt x="1899" y="2122"/>
                    <a:pt x="2140" y="2368"/>
                    <a:pt x="2140" y="2680"/>
                  </a:cubicBezTo>
                  <a:lnTo>
                    <a:pt x="2140" y="6629"/>
                  </a:lnTo>
                  <a:lnTo>
                    <a:pt x="4932" y="6629"/>
                  </a:lnTo>
                  <a:cubicBezTo>
                    <a:pt x="5231" y="6629"/>
                    <a:pt x="5490" y="6366"/>
                    <a:pt x="5490" y="6071"/>
                  </a:cubicBezTo>
                  <a:lnTo>
                    <a:pt x="5490" y="3949"/>
                  </a:lnTo>
                  <a:cubicBezTo>
                    <a:pt x="5490" y="2104"/>
                    <a:pt x="4244" y="429"/>
                    <a:pt x="2122" y="152"/>
                  </a:cubicBezTo>
                  <a:lnTo>
                    <a:pt x="10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698746" y="3681979"/>
              <a:ext cx="90540" cy="109677"/>
            </a:xfrm>
            <a:custGeom>
              <a:rect b="b" l="l" r="r" t="t"/>
              <a:pathLst>
                <a:path extrusionOk="0" h="6630" w="5474">
                  <a:moveTo>
                    <a:pt x="4468" y="0"/>
                  </a:moveTo>
                  <a:lnTo>
                    <a:pt x="3374" y="152"/>
                  </a:lnTo>
                  <a:cubicBezTo>
                    <a:pt x="1252" y="429"/>
                    <a:pt x="1" y="2104"/>
                    <a:pt x="1" y="3949"/>
                  </a:cubicBezTo>
                  <a:lnTo>
                    <a:pt x="1" y="6071"/>
                  </a:lnTo>
                  <a:cubicBezTo>
                    <a:pt x="1" y="6366"/>
                    <a:pt x="247" y="6629"/>
                    <a:pt x="559" y="6629"/>
                  </a:cubicBezTo>
                  <a:lnTo>
                    <a:pt x="3333" y="6629"/>
                  </a:lnTo>
                  <a:lnTo>
                    <a:pt x="3333" y="2680"/>
                  </a:lnTo>
                  <a:cubicBezTo>
                    <a:pt x="3333" y="2368"/>
                    <a:pt x="3597" y="2122"/>
                    <a:pt x="3892" y="2122"/>
                  </a:cubicBezTo>
                  <a:lnTo>
                    <a:pt x="5473" y="2122"/>
                  </a:lnTo>
                  <a:cubicBezTo>
                    <a:pt x="4897" y="1564"/>
                    <a:pt x="4508" y="952"/>
                    <a:pt x="4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"/>
            <p:cNvSpPr/>
            <p:nvPr/>
          </p:nvSpPr>
          <p:spPr>
            <a:xfrm>
              <a:off x="3789270" y="3668745"/>
              <a:ext cx="95171" cy="48337"/>
            </a:xfrm>
            <a:custGeom>
              <a:rect b="b" l="l" r="r" t="t"/>
              <a:pathLst>
                <a:path extrusionOk="0" h="2922" w="5754">
                  <a:moveTo>
                    <a:pt x="375" y="1"/>
                  </a:moveTo>
                  <a:cubicBezTo>
                    <a:pt x="299" y="188"/>
                    <a:pt x="335" y="394"/>
                    <a:pt x="94" y="577"/>
                  </a:cubicBezTo>
                  <a:cubicBezTo>
                    <a:pt x="0" y="1917"/>
                    <a:pt x="1398" y="2922"/>
                    <a:pt x="2886" y="2922"/>
                  </a:cubicBezTo>
                  <a:cubicBezTo>
                    <a:pt x="4355" y="2922"/>
                    <a:pt x="5754" y="1939"/>
                    <a:pt x="5660" y="577"/>
                  </a:cubicBezTo>
                  <a:cubicBezTo>
                    <a:pt x="5436" y="394"/>
                    <a:pt x="5454" y="206"/>
                    <a:pt x="5401" y="18"/>
                  </a:cubicBezTo>
                  <a:cubicBezTo>
                    <a:pt x="4619" y="465"/>
                    <a:pt x="3797" y="688"/>
                    <a:pt x="2904" y="688"/>
                  </a:cubicBezTo>
                  <a:cubicBezTo>
                    <a:pt x="1974" y="688"/>
                    <a:pt x="1117" y="429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"/>
            <p:cNvSpPr/>
            <p:nvPr/>
          </p:nvSpPr>
          <p:spPr>
            <a:xfrm>
              <a:off x="3773606" y="3569655"/>
              <a:ext cx="126498" cy="18495"/>
            </a:xfrm>
            <a:custGeom>
              <a:rect b="b" l="l" r="r" t="t"/>
              <a:pathLst>
                <a:path extrusionOk="0" h="1118" w="7648">
                  <a:moveTo>
                    <a:pt x="0" y="0"/>
                  </a:moveTo>
                  <a:cubicBezTo>
                    <a:pt x="817" y="706"/>
                    <a:pt x="1863" y="1117"/>
                    <a:pt x="2980" y="1117"/>
                  </a:cubicBezTo>
                  <a:lnTo>
                    <a:pt x="4690" y="1117"/>
                  </a:lnTo>
                  <a:cubicBezTo>
                    <a:pt x="5807" y="1117"/>
                    <a:pt x="6848" y="706"/>
                    <a:pt x="7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"/>
            <p:cNvSpPr/>
            <p:nvPr/>
          </p:nvSpPr>
          <p:spPr>
            <a:xfrm>
              <a:off x="3717221" y="3569655"/>
              <a:ext cx="36669" cy="36956"/>
            </a:xfrm>
            <a:custGeom>
              <a:rect b="b" l="l" r="r" t="t"/>
              <a:pathLst>
                <a:path extrusionOk="0" h="2234" w="2217">
                  <a:moveTo>
                    <a:pt x="1100" y="0"/>
                  </a:moveTo>
                  <a:cubicBezTo>
                    <a:pt x="488" y="0"/>
                    <a:pt x="1" y="501"/>
                    <a:pt x="1" y="1117"/>
                  </a:cubicBezTo>
                  <a:cubicBezTo>
                    <a:pt x="1" y="1729"/>
                    <a:pt x="488" y="2234"/>
                    <a:pt x="1100" y="2234"/>
                  </a:cubicBezTo>
                  <a:lnTo>
                    <a:pt x="2216" y="2234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"/>
            <p:cNvSpPr/>
            <p:nvPr/>
          </p:nvSpPr>
          <p:spPr>
            <a:xfrm>
              <a:off x="3919820" y="3569655"/>
              <a:ext cx="36950" cy="36956"/>
            </a:xfrm>
            <a:custGeom>
              <a:rect b="b" l="l" r="r" t="t"/>
              <a:pathLst>
                <a:path extrusionOk="0" h="2234" w="2234">
                  <a:moveTo>
                    <a:pt x="0" y="0"/>
                  </a:moveTo>
                  <a:lnTo>
                    <a:pt x="0" y="2234"/>
                  </a:lnTo>
                  <a:lnTo>
                    <a:pt x="1117" y="2234"/>
                  </a:lnTo>
                  <a:cubicBezTo>
                    <a:pt x="1733" y="2234"/>
                    <a:pt x="2234" y="1729"/>
                    <a:pt x="2234" y="1117"/>
                  </a:cubicBezTo>
                  <a:cubicBezTo>
                    <a:pt x="2234" y="501"/>
                    <a:pt x="1733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3"/>
          <p:cNvGrpSpPr/>
          <p:nvPr/>
        </p:nvGrpSpPr>
        <p:grpSpPr>
          <a:xfrm>
            <a:off x="1906010" y="3781718"/>
            <a:ext cx="276499" cy="314738"/>
            <a:chOff x="3698746" y="3476918"/>
            <a:chExt cx="276499" cy="314738"/>
          </a:xfrm>
        </p:grpSpPr>
        <p:sp>
          <p:nvSpPr>
            <p:cNvPr id="1049" name="Google Shape;1049;p3"/>
            <p:cNvSpPr/>
            <p:nvPr/>
          </p:nvSpPr>
          <p:spPr>
            <a:xfrm>
              <a:off x="3772349" y="3591822"/>
              <a:ext cx="129012" cy="69842"/>
            </a:xfrm>
            <a:custGeom>
              <a:rect b="b" l="l" r="r" t="t"/>
              <a:pathLst>
                <a:path extrusionOk="0" h="4222" w="7800">
                  <a:moveTo>
                    <a:pt x="0" y="0"/>
                  </a:moveTo>
                  <a:lnTo>
                    <a:pt x="0" y="335"/>
                  </a:lnTo>
                  <a:cubicBezTo>
                    <a:pt x="0" y="2475"/>
                    <a:pt x="1751" y="4222"/>
                    <a:pt x="3909" y="4222"/>
                  </a:cubicBezTo>
                  <a:lnTo>
                    <a:pt x="3927" y="4222"/>
                  </a:lnTo>
                  <a:cubicBezTo>
                    <a:pt x="4373" y="4222"/>
                    <a:pt x="4802" y="4150"/>
                    <a:pt x="5213" y="3998"/>
                  </a:cubicBezTo>
                  <a:lnTo>
                    <a:pt x="5231" y="3998"/>
                  </a:lnTo>
                  <a:cubicBezTo>
                    <a:pt x="6741" y="3462"/>
                    <a:pt x="7799" y="2011"/>
                    <a:pt x="7799" y="335"/>
                  </a:cubicBezTo>
                  <a:lnTo>
                    <a:pt x="7799" y="0"/>
                  </a:lnTo>
                  <a:cubicBezTo>
                    <a:pt x="6906" y="559"/>
                    <a:pt x="5865" y="894"/>
                    <a:pt x="4766" y="894"/>
                  </a:cubicBezTo>
                  <a:lnTo>
                    <a:pt x="3056" y="894"/>
                  </a:lnTo>
                  <a:cubicBezTo>
                    <a:pt x="1939" y="894"/>
                    <a:pt x="893" y="55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"/>
            <p:cNvSpPr/>
            <p:nvPr/>
          </p:nvSpPr>
          <p:spPr>
            <a:xfrm>
              <a:off x="3753874" y="3476918"/>
              <a:ext cx="165962" cy="74276"/>
            </a:xfrm>
            <a:custGeom>
              <a:rect b="b" l="l" r="r" t="t"/>
              <a:pathLst>
                <a:path extrusionOk="0" h="4490" w="10034">
                  <a:moveTo>
                    <a:pt x="6142" y="1099"/>
                  </a:moveTo>
                  <a:cubicBezTo>
                    <a:pt x="6442" y="1099"/>
                    <a:pt x="6701" y="1363"/>
                    <a:pt x="6701" y="1657"/>
                  </a:cubicBezTo>
                  <a:cubicBezTo>
                    <a:pt x="6701" y="1975"/>
                    <a:pt x="6442" y="2216"/>
                    <a:pt x="6142" y="2216"/>
                  </a:cubicBezTo>
                  <a:lnTo>
                    <a:pt x="3909" y="2216"/>
                  </a:lnTo>
                  <a:cubicBezTo>
                    <a:pt x="3592" y="2216"/>
                    <a:pt x="3351" y="1975"/>
                    <a:pt x="3351" y="1657"/>
                  </a:cubicBezTo>
                  <a:cubicBezTo>
                    <a:pt x="3351" y="1363"/>
                    <a:pt x="3592" y="1099"/>
                    <a:pt x="3909" y="1099"/>
                  </a:cubicBezTo>
                  <a:close/>
                  <a:moveTo>
                    <a:pt x="2792" y="0"/>
                  </a:moveTo>
                  <a:cubicBezTo>
                    <a:pt x="1247" y="0"/>
                    <a:pt x="0" y="1251"/>
                    <a:pt x="0" y="2774"/>
                  </a:cubicBezTo>
                  <a:lnTo>
                    <a:pt x="0" y="4490"/>
                  </a:lnTo>
                  <a:lnTo>
                    <a:pt x="10033" y="4490"/>
                  </a:lnTo>
                  <a:lnTo>
                    <a:pt x="10033" y="2774"/>
                  </a:lnTo>
                  <a:cubicBezTo>
                    <a:pt x="10033" y="1251"/>
                    <a:pt x="8787" y="0"/>
                    <a:pt x="7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"/>
            <p:cNvSpPr/>
            <p:nvPr/>
          </p:nvSpPr>
          <p:spPr>
            <a:xfrm>
              <a:off x="3772349" y="3735544"/>
              <a:ext cx="129012" cy="56112"/>
            </a:xfrm>
            <a:custGeom>
              <a:rect b="b" l="l" r="r" t="t"/>
              <a:pathLst>
                <a:path extrusionOk="0" h="3392" w="7800">
                  <a:moveTo>
                    <a:pt x="6142" y="1117"/>
                  </a:moveTo>
                  <a:cubicBezTo>
                    <a:pt x="6442" y="1117"/>
                    <a:pt x="6683" y="1363"/>
                    <a:pt x="6683" y="1676"/>
                  </a:cubicBezTo>
                  <a:cubicBezTo>
                    <a:pt x="6683" y="1975"/>
                    <a:pt x="6442" y="2234"/>
                    <a:pt x="6142" y="2234"/>
                  </a:cubicBezTo>
                  <a:lnTo>
                    <a:pt x="3909" y="2234"/>
                  </a:lnTo>
                  <a:cubicBezTo>
                    <a:pt x="3592" y="2234"/>
                    <a:pt x="3350" y="1975"/>
                    <a:pt x="3350" y="1676"/>
                  </a:cubicBezTo>
                  <a:cubicBezTo>
                    <a:pt x="3350" y="1363"/>
                    <a:pt x="3592" y="1117"/>
                    <a:pt x="3909" y="1117"/>
                  </a:cubicBezTo>
                  <a:close/>
                  <a:moveTo>
                    <a:pt x="0" y="1"/>
                  </a:moveTo>
                  <a:lnTo>
                    <a:pt x="0" y="3391"/>
                  </a:lnTo>
                  <a:lnTo>
                    <a:pt x="7799" y="3391"/>
                  </a:lnTo>
                  <a:lnTo>
                    <a:pt x="7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"/>
            <p:cNvSpPr/>
            <p:nvPr/>
          </p:nvSpPr>
          <p:spPr>
            <a:xfrm>
              <a:off x="3884424" y="3681979"/>
              <a:ext cx="90821" cy="109677"/>
            </a:xfrm>
            <a:custGeom>
              <a:rect b="b" l="l" r="r" t="t"/>
              <a:pathLst>
                <a:path extrusionOk="0" h="6630" w="5491">
                  <a:moveTo>
                    <a:pt x="1006" y="0"/>
                  </a:moveTo>
                  <a:cubicBezTo>
                    <a:pt x="970" y="952"/>
                    <a:pt x="595" y="1564"/>
                    <a:pt x="1" y="2122"/>
                  </a:cubicBezTo>
                  <a:lnTo>
                    <a:pt x="1582" y="2122"/>
                  </a:lnTo>
                  <a:cubicBezTo>
                    <a:pt x="1899" y="2122"/>
                    <a:pt x="2140" y="2368"/>
                    <a:pt x="2140" y="2680"/>
                  </a:cubicBezTo>
                  <a:lnTo>
                    <a:pt x="2140" y="6629"/>
                  </a:lnTo>
                  <a:lnTo>
                    <a:pt x="4932" y="6629"/>
                  </a:lnTo>
                  <a:cubicBezTo>
                    <a:pt x="5231" y="6629"/>
                    <a:pt x="5490" y="6366"/>
                    <a:pt x="5490" y="6071"/>
                  </a:cubicBezTo>
                  <a:lnTo>
                    <a:pt x="5490" y="3949"/>
                  </a:lnTo>
                  <a:cubicBezTo>
                    <a:pt x="5490" y="2104"/>
                    <a:pt x="4244" y="429"/>
                    <a:pt x="2122" y="152"/>
                  </a:cubicBezTo>
                  <a:lnTo>
                    <a:pt x="10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"/>
            <p:cNvSpPr/>
            <p:nvPr/>
          </p:nvSpPr>
          <p:spPr>
            <a:xfrm>
              <a:off x="3698746" y="3681979"/>
              <a:ext cx="90540" cy="109677"/>
            </a:xfrm>
            <a:custGeom>
              <a:rect b="b" l="l" r="r" t="t"/>
              <a:pathLst>
                <a:path extrusionOk="0" h="6630" w="5474">
                  <a:moveTo>
                    <a:pt x="4468" y="0"/>
                  </a:moveTo>
                  <a:lnTo>
                    <a:pt x="3374" y="152"/>
                  </a:lnTo>
                  <a:cubicBezTo>
                    <a:pt x="1252" y="429"/>
                    <a:pt x="1" y="2104"/>
                    <a:pt x="1" y="3949"/>
                  </a:cubicBezTo>
                  <a:lnTo>
                    <a:pt x="1" y="6071"/>
                  </a:lnTo>
                  <a:cubicBezTo>
                    <a:pt x="1" y="6366"/>
                    <a:pt x="247" y="6629"/>
                    <a:pt x="559" y="6629"/>
                  </a:cubicBezTo>
                  <a:lnTo>
                    <a:pt x="3333" y="6629"/>
                  </a:lnTo>
                  <a:lnTo>
                    <a:pt x="3333" y="2680"/>
                  </a:lnTo>
                  <a:cubicBezTo>
                    <a:pt x="3333" y="2368"/>
                    <a:pt x="3597" y="2122"/>
                    <a:pt x="3892" y="2122"/>
                  </a:cubicBezTo>
                  <a:lnTo>
                    <a:pt x="5473" y="2122"/>
                  </a:lnTo>
                  <a:cubicBezTo>
                    <a:pt x="4897" y="1564"/>
                    <a:pt x="4508" y="952"/>
                    <a:pt x="4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"/>
            <p:cNvSpPr/>
            <p:nvPr/>
          </p:nvSpPr>
          <p:spPr>
            <a:xfrm>
              <a:off x="3789270" y="3668745"/>
              <a:ext cx="95171" cy="48337"/>
            </a:xfrm>
            <a:custGeom>
              <a:rect b="b" l="l" r="r" t="t"/>
              <a:pathLst>
                <a:path extrusionOk="0" h="2922" w="5754">
                  <a:moveTo>
                    <a:pt x="375" y="1"/>
                  </a:moveTo>
                  <a:cubicBezTo>
                    <a:pt x="299" y="188"/>
                    <a:pt x="335" y="394"/>
                    <a:pt x="94" y="577"/>
                  </a:cubicBezTo>
                  <a:cubicBezTo>
                    <a:pt x="0" y="1917"/>
                    <a:pt x="1398" y="2922"/>
                    <a:pt x="2886" y="2922"/>
                  </a:cubicBezTo>
                  <a:cubicBezTo>
                    <a:pt x="4355" y="2922"/>
                    <a:pt x="5754" y="1939"/>
                    <a:pt x="5660" y="577"/>
                  </a:cubicBezTo>
                  <a:cubicBezTo>
                    <a:pt x="5436" y="394"/>
                    <a:pt x="5454" y="206"/>
                    <a:pt x="5401" y="18"/>
                  </a:cubicBezTo>
                  <a:cubicBezTo>
                    <a:pt x="4619" y="465"/>
                    <a:pt x="3797" y="688"/>
                    <a:pt x="2904" y="688"/>
                  </a:cubicBezTo>
                  <a:cubicBezTo>
                    <a:pt x="1974" y="688"/>
                    <a:pt x="1117" y="429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"/>
            <p:cNvSpPr/>
            <p:nvPr/>
          </p:nvSpPr>
          <p:spPr>
            <a:xfrm>
              <a:off x="3773606" y="3569655"/>
              <a:ext cx="126498" cy="18495"/>
            </a:xfrm>
            <a:custGeom>
              <a:rect b="b" l="l" r="r" t="t"/>
              <a:pathLst>
                <a:path extrusionOk="0" h="1118" w="7648">
                  <a:moveTo>
                    <a:pt x="0" y="0"/>
                  </a:moveTo>
                  <a:cubicBezTo>
                    <a:pt x="817" y="706"/>
                    <a:pt x="1863" y="1117"/>
                    <a:pt x="2980" y="1117"/>
                  </a:cubicBezTo>
                  <a:lnTo>
                    <a:pt x="4690" y="1117"/>
                  </a:lnTo>
                  <a:cubicBezTo>
                    <a:pt x="5807" y="1117"/>
                    <a:pt x="6848" y="706"/>
                    <a:pt x="7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"/>
            <p:cNvSpPr/>
            <p:nvPr/>
          </p:nvSpPr>
          <p:spPr>
            <a:xfrm>
              <a:off x="3717221" y="3569655"/>
              <a:ext cx="36669" cy="36956"/>
            </a:xfrm>
            <a:custGeom>
              <a:rect b="b" l="l" r="r" t="t"/>
              <a:pathLst>
                <a:path extrusionOk="0" h="2234" w="2217">
                  <a:moveTo>
                    <a:pt x="1100" y="0"/>
                  </a:moveTo>
                  <a:cubicBezTo>
                    <a:pt x="488" y="0"/>
                    <a:pt x="1" y="501"/>
                    <a:pt x="1" y="1117"/>
                  </a:cubicBezTo>
                  <a:cubicBezTo>
                    <a:pt x="1" y="1729"/>
                    <a:pt x="488" y="2234"/>
                    <a:pt x="1100" y="2234"/>
                  </a:cubicBezTo>
                  <a:lnTo>
                    <a:pt x="2216" y="2234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"/>
            <p:cNvSpPr/>
            <p:nvPr/>
          </p:nvSpPr>
          <p:spPr>
            <a:xfrm>
              <a:off x="3919820" y="3569655"/>
              <a:ext cx="36950" cy="36956"/>
            </a:xfrm>
            <a:custGeom>
              <a:rect b="b" l="l" r="r" t="t"/>
              <a:pathLst>
                <a:path extrusionOk="0" h="2234" w="2234">
                  <a:moveTo>
                    <a:pt x="0" y="0"/>
                  </a:moveTo>
                  <a:lnTo>
                    <a:pt x="0" y="2234"/>
                  </a:lnTo>
                  <a:lnTo>
                    <a:pt x="1117" y="2234"/>
                  </a:lnTo>
                  <a:cubicBezTo>
                    <a:pt x="1733" y="2234"/>
                    <a:pt x="2234" y="1729"/>
                    <a:pt x="2234" y="1117"/>
                  </a:cubicBezTo>
                  <a:cubicBezTo>
                    <a:pt x="2234" y="501"/>
                    <a:pt x="1733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8" name="Google Shape;1058;p3"/>
          <p:cNvGrpSpPr/>
          <p:nvPr/>
        </p:nvGrpSpPr>
        <p:grpSpPr>
          <a:xfrm>
            <a:off x="4127423" y="3781718"/>
            <a:ext cx="276499" cy="314738"/>
            <a:chOff x="3698746" y="3476918"/>
            <a:chExt cx="276499" cy="314738"/>
          </a:xfrm>
        </p:grpSpPr>
        <p:sp>
          <p:nvSpPr>
            <p:cNvPr id="1059" name="Google Shape;1059;p3"/>
            <p:cNvSpPr/>
            <p:nvPr/>
          </p:nvSpPr>
          <p:spPr>
            <a:xfrm>
              <a:off x="3772349" y="3591822"/>
              <a:ext cx="129012" cy="69842"/>
            </a:xfrm>
            <a:custGeom>
              <a:rect b="b" l="l" r="r" t="t"/>
              <a:pathLst>
                <a:path extrusionOk="0" h="4222" w="7800">
                  <a:moveTo>
                    <a:pt x="0" y="0"/>
                  </a:moveTo>
                  <a:lnTo>
                    <a:pt x="0" y="335"/>
                  </a:lnTo>
                  <a:cubicBezTo>
                    <a:pt x="0" y="2475"/>
                    <a:pt x="1751" y="4222"/>
                    <a:pt x="3909" y="4222"/>
                  </a:cubicBezTo>
                  <a:lnTo>
                    <a:pt x="3927" y="4222"/>
                  </a:lnTo>
                  <a:cubicBezTo>
                    <a:pt x="4373" y="4222"/>
                    <a:pt x="4802" y="4150"/>
                    <a:pt x="5213" y="3998"/>
                  </a:cubicBezTo>
                  <a:lnTo>
                    <a:pt x="5231" y="3998"/>
                  </a:lnTo>
                  <a:cubicBezTo>
                    <a:pt x="6741" y="3462"/>
                    <a:pt x="7799" y="2011"/>
                    <a:pt x="7799" y="335"/>
                  </a:cubicBezTo>
                  <a:lnTo>
                    <a:pt x="7799" y="0"/>
                  </a:lnTo>
                  <a:cubicBezTo>
                    <a:pt x="6906" y="559"/>
                    <a:pt x="5865" y="894"/>
                    <a:pt x="4766" y="894"/>
                  </a:cubicBezTo>
                  <a:lnTo>
                    <a:pt x="3056" y="894"/>
                  </a:lnTo>
                  <a:cubicBezTo>
                    <a:pt x="1939" y="894"/>
                    <a:pt x="893" y="55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3"/>
            <p:cNvSpPr/>
            <p:nvPr/>
          </p:nvSpPr>
          <p:spPr>
            <a:xfrm>
              <a:off x="3753874" y="3476918"/>
              <a:ext cx="165962" cy="74276"/>
            </a:xfrm>
            <a:custGeom>
              <a:rect b="b" l="l" r="r" t="t"/>
              <a:pathLst>
                <a:path extrusionOk="0" h="4490" w="10034">
                  <a:moveTo>
                    <a:pt x="6142" y="1099"/>
                  </a:moveTo>
                  <a:cubicBezTo>
                    <a:pt x="6442" y="1099"/>
                    <a:pt x="6701" y="1363"/>
                    <a:pt x="6701" y="1657"/>
                  </a:cubicBezTo>
                  <a:cubicBezTo>
                    <a:pt x="6701" y="1975"/>
                    <a:pt x="6442" y="2216"/>
                    <a:pt x="6142" y="2216"/>
                  </a:cubicBezTo>
                  <a:lnTo>
                    <a:pt x="3909" y="2216"/>
                  </a:lnTo>
                  <a:cubicBezTo>
                    <a:pt x="3592" y="2216"/>
                    <a:pt x="3351" y="1975"/>
                    <a:pt x="3351" y="1657"/>
                  </a:cubicBezTo>
                  <a:cubicBezTo>
                    <a:pt x="3351" y="1363"/>
                    <a:pt x="3592" y="1099"/>
                    <a:pt x="3909" y="1099"/>
                  </a:cubicBezTo>
                  <a:close/>
                  <a:moveTo>
                    <a:pt x="2792" y="0"/>
                  </a:moveTo>
                  <a:cubicBezTo>
                    <a:pt x="1247" y="0"/>
                    <a:pt x="0" y="1251"/>
                    <a:pt x="0" y="2774"/>
                  </a:cubicBezTo>
                  <a:lnTo>
                    <a:pt x="0" y="4490"/>
                  </a:lnTo>
                  <a:lnTo>
                    <a:pt x="10033" y="4490"/>
                  </a:lnTo>
                  <a:lnTo>
                    <a:pt x="10033" y="2774"/>
                  </a:lnTo>
                  <a:cubicBezTo>
                    <a:pt x="10033" y="1251"/>
                    <a:pt x="8787" y="0"/>
                    <a:pt x="7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3"/>
            <p:cNvSpPr/>
            <p:nvPr/>
          </p:nvSpPr>
          <p:spPr>
            <a:xfrm>
              <a:off x="3772349" y="3735544"/>
              <a:ext cx="129012" cy="56112"/>
            </a:xfrm>
            <a:custGeom>
              <a:rect b="b" l="l" r="r" t="t"/>
              <a:pathLst>
                <a:path extrusionOk="0" h="3392" w="7800">
                  <a:moveTo>
                    <a:pt x="6142" y="1117"/>
                  </a:moveTo>
                  <a:cubicBezTo>
                    <a:pt x="6442" y="1117"/>
                    <a:pt x="6683" y="1363"/>
                    <a:pt x="6683" y="1676"/>
                  </a:cubicBezTo>
                  <a:cubicBezTo>
                    <a:pt x="6683" y="1975"/>
                    <a:pt x="6442" y="2234"/>
                    <a:pt x="6142" y="2234"/>
                  </a:cubicBezTo>
                  <a:lnTo>
                    <a:pt x="3909" y="2234"/>
                  </a:lnTo>
                  <a:cubicBezTo>
                    <a:pt x="3592" y="2234"/>
                    <a:pt x="3350" y="1975"/>
                    <a:pt x="3350" y="1676"/>
                  </a:cubicBezTo>
                  <a:cubicBezTo>
                    <a:pt x="3350" y="1363"/>
                    <a:pt x="3592" y="1117"/>
                    <a:pt x="3909" y="1117"/>
                  </a:cubicBezTo>
                  <a:close/>
                  <a:moveTo>
                    <a:pt x="0" y="1"/>
                  </a:moveTo>
                  <a:lnTo>
                    <a:pt x="0" y="3391"/>
                  </a:lnTo>
                  <a:lnTo>
                    <a:pt x="7799" y="3391"/>
                  </a:lnTo>
                  <a:lnTo>
                    <a:pt x="7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"/>
            <p:cNvSpPr/>
            <p:nvPr/>
          </p:nvSpPr>
          <p:spPr>
            <a:xfrm>
              <a:off x="3884424" y="3681979"/>
              <a:ext cx="90821" cy="109677"/>
            </a:xfrm>
            <a:custGeom>
              <a:rect b="b" l="l" r="r" t="t"/>
              <a:pathLst>
                <a:path extrusionOk="0" h="6630" w="5491">
                  <a:moveTo>
                    <a:pt x="1006" y="0"/>
                  </a:moveTo>
                  <a:cubicBezTo>
                    <a:pt x="970" y="952"/>
                    <a:pt x="595" y="1564"/>
                    <a:pt x="1" y="2122"/>
                  </a:cubicBezTo>
                  <a:lnTo>
                    <a:pt x="1582" y="2122"/>
                  </a:lnTo>
                  <a:cubicBezTo>
                    <a:pt x="1899" y="2122"/>
                    <a:pt x="2140" y="2368"/>
                    <a:pt x="2140" y="2680"/>
                  </a:cubicBezTo>
                  <a:lnTo>
                    <a:pt x="2140" y="6629"/>
                  </a:lnTo>
                  <a:lnTo>
                    <a:pt x="4932" y="6629"/>
                  </a:lnTo>
                  <a:cubicBezTo>
                    <a:pt x="5231" y="6629"/>
                    <a:pt x="5490" y="6366"/>
                    <a:pt x="5490" y="6071"/>
                  </a:cubicBezTo>
                  <a:lnTo>
                    <a:pt x="5490" y="3949"/>
                  </a:lnTo>
                  <a:cubicBezTo>
                    <a:pt x="5490" y="2104"/>
                    <a:pt x="4244" y="429"/>
                    <a:pt x="2122" y="152"/>
                  </a:cubicBezTo>
                  <a:lnTo>
                    <a:pt x="10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"/>
            <p:cNvSpPr/>
            <p:nvPr/>
          </p:nvSpPr>
          <p:spPr>
            <a:xfrm>
              <a:off x="3698746" y="3681979"/>
              <a:ext cx="90540" cy="109677"/>
            </a:xfrm>
            <a:custGeom>
              <a:rect b="b" l="l" r="r" t="t"/>
              <a:pathLst>
                <a:path extrusionOk="0" h="6630" w="5474">
                  <a:moveTo>
                    <a:pt x="4468" y="0"/>
                  </a:moveTo>
                  <a:lnTo>
                    <a:pt x="3374" y="152"/>
                  </a:lnTo>
                  <a:cubicBezTo>
                    <a:pt x="1252" y="429"/>
                    <a:pt x="1" y="2104"/>
                    <a:pt x="1" y="3949"/>
                  </a:cubicBezTo>
                  <a:lnTo>
                    <a:pt x="1" y="6071"/>
                  </a:lnTo>
                  <a:cubicBezTo>
                    <a:pt x="1" y="6366"/>
                    <a:pt x="247" y="6629"/>
                    <a:pt x="559" y="6629"/>
                  </a:cubicBezTo>
                  <a:lnTo>
                    <a:pt x="3333" y="6629"/>
                  </a:lnTo>
                  <a:lnTo>
                    <a:pt x="3333" y="2680"/>
                  </a:lnTo>
                  <a:cubicBezTo>
                    <a:pt x="3333" y="2368"/>
                    <a:pt x="3597" y="2122"/>
                    <a:pt x="3892" y="2122"/>
                  </a:cubicBezTo>
                  <a:lnTo>
                    <a:pt x="5473" y="2122"/>
                  </a:lnTo>
                  <a:cubicBezTo>
                    <a:pt x="4897" y="1564"/>
                    <a:pt x="4508" y="952"/>
                    <a:pt x="4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"/>
            <p:cNvSpPr/>
            <p:nvPr/>
          </p:nvSpPr>
          <p:spPr>
            <a:xfrm>
              <a:off x="3789270" y="3668745"/>
              <a:ext cx="95171" cy="48337"/>
            </a:xfrm>
            <a:custGeom>
              <a:rect b="b" l="l" r="r" t="t"/>
              <a:pathLst>
                <a:path extrusionOk="0" h="2922" w="5754">
                  <a:moveTo>
                    <a:pt x="375" y="1"/>
                  </a:moveTo>
                  <a:cubicBezTo>
                    <a:pt x="299" y="188"/>
                    <a:pt x="335" y="394"/>
                    <a:pt x="94" y="577"/>
                  </a:cubicBezTo>
                  <a:cubicBezTo>
                    <a:pt x="0" y="1917"/>
                    <a:pt x="1398" y="2922"/>
                    <a:pt x="2886" y="2922"/>
                  </a:cubicBezTo>
                  <a:cubicBezTo>
                    <a:pt x="4355" y="2922"/>
                    <a:pt x="5754" y="1939"/>
                    <a:pt x="5660" y="577"/>
                  </a:cubicBezTo>
                  <a:cubicBezTo>
                    <a:pt x="5436" y="394"/>
                    <a:pt x="5454" y="206"/>
                    <a:pt x="5401" y="18"/>
                  </a:cubicBezTo>
                  <a:cubicBezTo>
                    <a:pt x="4619" y="465"/>
                    <a:pt x="3797" y="688"/>
                    <a:pt x="2904" y="688"/>
                  </a:cubicBezTo>
                  <a:cubicBezTo>
                    <a:pt x="1974" y="688"/>
                    <a:pt x="1117" y="429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"/>
            <p:cNvSpPr/>
            <p:nvPr/>
          </p:nvSpPr>
          <p:spPr>
            <a:xfrm>
              <a:off x="3773606" y="3569655"/>
              <a:ext cx="126498" cy="18495"/>
            </a:xfrm>
            <a:custGeom>
              <a:rect b="b" l="l" r="r" t="t"/>
              <a:pathLst>
                <a:path extrusionOk="0" h="1118" w="7648">
                  <a:moveTo>
                    <a:pt x="0" y="0"/>
                  </a:moveTo>
                  <a:cubicBezTo>
                    <a:pt x="817" y="706"/>
                    <a:pt x="1863" y="1117"/>
                    <a:pt x="2980" y="1117"/>
                  </a:cubicBezTo>
                  <a:lnTo>
                    <a:pt x="4690" y="1117"/>
                  </a:lnTo>
                  <a:cubicBezTo>
                    <a:pt x="5807" y="1117"/>
                    <a:pt x="6848" y="706"/>
                    <a:pt x="7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"/>
            <p:cNvSpPr/>
            <p:nvPr/>
          </p:nvSpPr>
          <p:spPr>
            <a:xfrm>
              <a:off x="3717221" y="3569655"/>
              <a:ext cx="36669" cy="36956"/>
            </a:xfrm>
            <a:custGeom>
              <a:rect b="b" l="l" r="r" t="t"/>
              <a:pathLst>
                <a:path extrusionOk="0" h="2234" w="2217">
                  <a:moveTo>
                    <a:pt x="1100" y="0"/>
                  </a:moveTo>
                  <a:cubicBezTo>
                    <a:pt x="488" y="0"/>
                    <a:pt x="1" y="501"/>
                    <a:pt x="1" y="1117"/>
                  </a:cubicBezTo>
                  <a:cubicBezTo>
                    <a:pt x="1" y="1729"/>
                    <a:pt x="488" y="2234"/>
                    <a:pt x="1100" y="2234"/>
                  </a:cubicBezTo>
                  <a:lnTo>
                    <a:pt x="2216" y="2234"/>
                  </a:lnTo>
                  <a:lnTo>
                    <a:pt x="22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"/>
            <p:cNvSpPr/>
            <p:nvPr/>
          </p:nvSpPr>
          <p:spPr>
            <a:xfrm>
              <a:off x="3919820" y="3569655"/>
              <a:ext cx="36950" cy="36956"/>
            </a:xfrm>
            <a:custGeom>
              <a:rect b="b" l="l" r="r" t="t"/>
              <a:pathLst>
                <a:path extrusionOk="0" h="2234" w="2234">
                  <a:moveTo>
                    <a:pt x="0" y="0"/>
                  </a:moveTo>
                  <a:lnTo>
                    <a:pt x="0" y="2234"/>
                  </a:lnTo>
                  <a:lnTo>
                    <a:pt x="1117" y="2234"/>
                  </a:lnTo>
                  <a:cubicBezTo>
                    <a:pt x="1733" y="2234"/>
                    <a:pt x="2234" y="1729"/>
                    <a:pt x="2234" y="1117"/>
                  </a:cubicBezTo>
                  <a:cubicBezTo>
                    <a:pt x="2234" y="501"/>
                    <a:pt x="1733" y="0"/>
                    <a:pt x="1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8" name="Google Shape;1068;p3"/>
          <p:cNvSpPr txBox="1"/>
          <p:nvPr>
            <p:ph idx="4294967295" type="subTitle"/>
          </p:nvPr>
        </p:nvSpPr>
        <p:spPr>
          <a:xfrm>
            <a:off x="563600" y="2190325"/>
            <a:ext cx="1223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André Alves</a:t>
            </a:r>
            <a:endParaRPr b="1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69" name="Google Shape;1069;p3"/>
          <p:cNvSpPr txBox="1"/>
          <p:nvPr>
            <p:ph idx="4294967295" type="subTitle"/>
          </p:nvPr>
        </p:nvSpPr>
        <p:spPr>
          <a:xfrm>
            <a:off x="2786825" y="2190325"/>
            <a:ext cx="977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</a:rPr>
              <a:t>Pedro Rei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070" name="Google Shape;1070;p3"/>
          <p:cNvSpPr txBox="1"/>
          <p:nvPr>
            <p:ph idx="4294967295" type="subTitle"/>
          </p:nvPr>
        </p:nvSpPr>
        <p:spPr>
          <a:xfrm>
            <a:off x="4920425" y="2190325"/>
            <a:ext cx="1223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Francisco Pinto</a:t>
            </a:r>
            <a:endParaRPr b="1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1" name="Google Shape;1071;p3"/>
          <p:cNvSpPr txBox="1"/>
          <p:nvPr>
            <p:ph idx="4294967295" type="subTitle"/>
          </p:nvPr>
        </p:nvSpPr>
        <p:spPr>
          <a:xfrm>
            <a:off x="1555550" y="3415300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</a:rPr>
              <a:t>Diogo Costa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072" name="Google Shape;1072;p3"/>
          <p:cNvSpPr txBox="1"/>
          <p:nvPr>
            <p:ph idx="4294967295" type="subTitle"/>
          </p:nvPr>
        </p:nvSpPr>
        <p:spPr>
          <a:xfrm>
            <a:off x="3745488" y="3390825"/>
            <a:ext cx="1223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Bruno </a:t>
            </a:r>
            <a:r>
              <a:rPr b="1" lang="en"/>
              <a:t>T</a:t>
            </a:r>
            <a:r>
              <a:rPr b="1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avares</a:t>
            </a:r>
            <a:endParaRPr b="1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3" name="Google Shape;1073;p3"/>
          <p:cNvSpPr txBox="1"/>
          <p:nvPr>
            <p:ph idx="4294967295" type="subTitle"/>
          </p:nvPr>
        </p:nvSpPr>
        <p:spPr>
          <a:xfrm>
            <a:off x="642250" y="2802813"/>
            <a:ext cx="1342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Architect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4" name="Google Shape;1074;p3"/>
          <p:cNvSpPr txBox="1"/>
          <p:nvPr>
            <p:ph idx="4294967295" type="subTitle"/>
          </p:nvPr>
        </p:nvSpPr>
        <p:spPr>
          <a:xfrm>
            <a:off x="4920400" y="2835975"/>
            <a:ext cx="1386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Project Manager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5" name="Google Shape;1075;p3"/>
          <p:cNvSpPr txBox="1"/>
          <p:nvPr>
            <p:ph idx="4294967295" type="subTitle"/>
          </p:nvPr>
        </p:nvSpPr>
        <p:spPr>
          <a:xfrm>
            <a:off x="3941788" y="4049250"/>
            <a:ext cx="1386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Devops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6" name="Google Shape;1076;p3"/>
          <p:cNvSpPr txBox="1"/>
          <p:nvPr>
            <p:ph idx="4294967295" type="subTitle"/>
          </p:nvPr>
        </p:nvSpPr>
        <p:spPr>
          <a:xfrm>
            <a:off x="2758909" y="2835975"/>
            <a:ext cx="977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DB master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7" name="Google Shape;1077;p3"/>
          <p:cNvSpPr txBox="1"/>
          <p:nvPr>
            <p:ph idx="4294967295" type="subTitle"/>
          </p:nvPr>
        </p:nvSpPr>
        <p:spPr>
          <a:xfrm>
            <a:off x="1384150" y="4049250"/>
            <a:ext cx="1386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Product Manager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8" name="Google Shape;1078;p3"/>
          <p:cNvSpPr txBox="1"/>
          <p:nvPr>
            <p:ph idx="4294967295" type="subTitle"/>
          </p:nvPr>
        </p:nvSpPr>
        <p:spPr>
          <a:xfrm>
            <a:off x="7238188" y="3069763"/>
            <a:ext cx="1223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Paulo Pintor</a:t>
            </a:r>
            <a:endParaRPr b="1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79" name="Google Shape;1079;p3"/>
          <p:cNvSpPr txBox="1"/>
          <p:nvPr>
            <p:ph idx="4294967295" type="subTitle"/>
          </p:nvPr>
        </p:nvSpPr>
        <p:spPr>
          <a:xfrm>
            <a:off x="7446750" y="3872163"/>
            <a:ext cx="1386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Advisor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080" name="Google Shape;1080;p3"/>
          <p:cNvSpPr txBox="1"/>
          <p:nvPr>
            <p:ph idx="4294967295" type="subTitle"/>
          </p:nvPr>
        </p:nvSpPr>
        <p:spPr>
          <a:xfrm>
            <a:off x="7238200" y="1761813"/>
            <a:ext cx="1223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José Moreira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081" name="Google Shape;1081;p3"/>
          <p:cNvSpPr txBox="1"/>
          <p:nvPr>
            <p:ph idx="4294967295" type="subTitle"/>
          </p:nvPr>
        </p:nvSpPr>
        <p:spPr>
          <a:xfrm>
            <a:off x="7437800" y="2571751"/>
            <a:ext cx="1386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Advisor</a:t>
            </a:r>
            <a:endParaRPr b="1" i="0" sz="1200" u="none" cap="none" strike="noStrike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1082" name="Google Shape;1082;p3"/>
          <p:cNvGrpSpPr/>
          <p:nvPr/>
        </p:nvGrpSpPr>
        <p:grpSpPr>
          <a:xfrm>
            <a:off x="7606347" y="2199715"/>
            <a:ext cx="358035" cy="314737"/>
            <a:chOff x="-64406125" y="3362225"/>
            <a:chExt cx="318225" cy="314800"/>
          </a:xfrm>
        </p:grpSpPr>
        <p:sp>
          <p:nvSpPr>
            <p:cNvPr id="1083" name="Google Shape;1083;p3"/>
            <p:cNvSpPr/>
            <p:nvPr/>
          </p:nvSpPr>
          <p:spPr>
            <a:xfrm>
              <a:off x="-64332100" y="3362225"/>
              <a:ext cx="170150" cy="199025"/>
            </a:xfrm>
            <a:custGeom>
              <a:rect b="b" l="l" r="r" t="t"/>
              <a:pathLst>
                <a:path extrusionOk="0" h="7961" w="6806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"/>
            <p:cNvSpPr/>
            <p:nvPr/>
          </p:nvSpPr>
          <p:spPr>
            <a:xfrm>
              <a:off x="-64406125" y="3559050"/>
              <a:ext cx="318225" cy="117975"/>
            </a:xfrm>
            <a:custGeom>
              <a:rect b="b" l="l" r="r" t="t"/>
              <a:pathLst>
                <a:path extrusionOk="0" h="4719" w="12729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5" name="Google Shape;1085;p3"/>
          <p:cNvGrpSpPr/>
          <p:nvPr/>
        </p:nvGrpSpPr>
        <p:grpSpPr>
          <a:xfrm>
            <a:off x="7606347" y="3491602"/>
            <a:ext cx="358035" cy="314737"/>
            <a:chOff x="-64406125" y="3362225"/>
            <a:chExt cx="318225" cy="314800"/>
          </a:xfrm>
        </p:grpSpPr>
        <p:sp>
          <p:nvSpPr>
            <p:cNvPr id="1086" name="Google Shape;1086;p3"/>
            <p:cNvSpPr/>
            <p:nvPr/>
          </p:nvSpPr>
          <p:spPr>
            <a:xfrm>
              <a:off x="-64332100" y="3362225"/>
              <a:ext cx="170150" cy="199025"/>
            </a:xfrm>
            <a:custGeom>
              <a:rect b="b" l="l" r="r" t="t"/>
              <a:pathLst>
                <a:path extrusionOk="0" h="7961" w="6806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"/>
            <p:cNvSpPr/>
            <p:nvPr/>
          </p:nvSpPr>
          <p:spPr>
            <a:xfrm>
              <a:off x="-64406125" y="3559050"/>
              <a:ext cx="318225" cy="117975"/>
            </a:xfrm>
            <a:custGeom>
              <a:rect b="b" l="l" r="r" t="t"/>
              <a:pathLst>
                <a:path extrusionOk="0" h="4719" w="12729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"/>
          <p:cNvSpPr txBox="1"/>
          <p:nvPr>
            <p:ph type="title"/>
          </p:nvPr>
        </p:nvSpPr>
        <p:spPr>
          <a:xfrm>
            <a:off x="713150" y="732775"/>
            <a:ext cx="2479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3" name="Google Shape;1093;p4"/>
          <p:cNvSpPr txBox="1"/>
          <p:nvPr>
            <p:ph idx="1" type="subTitle"/>
          </p:nvPr>
        </p:nvSpPr>
        <p:spPr>
          <a:xfrm>
            <a:off x="842500" y="1405075"/>
            <a:ext cx="52290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need for a single portal for port management </a:t>
            </a:r>
            <a:r>
              <a:rPr lang="en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data</a:t>
            </a:r>
            <a:r>
              <a:rPr lang="en"/>
              <a:t> analytics</a:t>
            </a:r>
            <a:endParaRPr/>
          </a:p>
        </p:txBody>
      </p:sp>
      <p:grpSp>
        <p:nvGrpSpPr>
          <p:cNvPr id="1094" name="Google Shape;1094;p4"/>
          <p:cNvGrpSpPr/>
          <p:nvPr/>
        </p:nvGrpSpPr>
        <p:grpSpPr>
          <a:xfrm>
            <a:off x="7333350" y="1152049"/>
            <a:ext cx="1090648" cy="557353"/>
            <a:chOff x="6505200" y="2955549"/>
            <a:chExt cx="1090648" cy="557353"/>
          </a:xfrm>
        </p:grpSpPr>
        <p:sp>
          <p:nvSpPr>
            <p:cNvPr id="1095" name="Google Shape;1095;p4"/>
            <p:cNvSpPr/>
            <p:nvPr/>
          </p:nvSpPr>
          <p:spPr>
            <a:xfrm>
              <a:off x="6505200" y="308187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7166767" y="295554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6804347" y="325913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098;p4"/>
          <p:cNvGrpSpPr/>
          <p:nvPr/>
        </p:nvGrpSpPr>
        <p:grpSpPr>
          <a:xfrm flipH="1">
            <a:off x="593526" y="3940974"/>
            <a:ext cx="1011748" cy="672278"/>
            <a:chOff x="6505200" y="2840624"/>
            <a:chExt cx="1011748" cy="672278"/>
          </a:xfrm>
        </p:grpSpPr>
        <p:sp>
          <p:nvSpPr>
            <p:cNvPr id="1099" name="Google Shape;1099;p4"/>
            <p:cNvSpPr/>
            <p:nvPr/>
          </p:nvSpPr>
          <p:spPr>
            <a:xfrm>
              <a:off x="6505200" y="308187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7087867" y="2840624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6804347" y="325913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4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103" name="Google Shape;1103;p4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5" name="Google Shape;1105;p4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02</a:t>
            </a:r>
            <a:endParaRPr sz="4500">
              <a:solidFill>
                <a:schemeClr val="lt1"/>
              </a:solidFill>
            </a:endParaRPr>
          </a:p>
        </p:txBody>
      </p:sp>
      <p:grpSp>
        <p:nvGrpSpPr>
          <p:cNvPr id="1106" name="Google Shape;1106;p4"/>
          <p:cNvGrpSpPr/>
          <p:nvPr/>
        </p:nvGrpSpPr>
        <p:grpSpPr>
          <a:xfrm>
            <a:off x="1260602" y="2829538"/>
            <a:ext cx="501014" cy="437017"/>
            <a:chOff x="2209104" y="4185417"/>
            <a:chExt cx="314905" cy="314672"/>
          </a:xfrm>
        </p:grpSpPr>
        <p:sp>
          <p:nvSpPr>
            <p:cNvPr id="1107" name="Google Shape;1107;p4"/>
            <p:cNvSpPr/>
            <p:nvPr/>
          </p:nvSpPr>
          <p:spPr>
            <a:xfrm>
              <a:off x="2301166" y="4259015"/>
              <a:ext cx="74480" cy="56029"/>
            </a:xfrm>
            <a:custGeom>
              <a:rect b="b" l="l" r="r" t="t"/>
              <a:pathLst>
                <a:path extrusionOk="0" h="3387" w="4503">
                  <a:moveTo>
                    <a:pt x="558" y="1"/>
                  </a:moveTo>
                  <a:cubicBezTo>
                    <a:pt x="259" y="1"/>
                    <a:pt x="0" y="296"/>
                    <a:pt x="0" y="595"/>
                  </a:cubicBezTo>
                  <a:lnTo>
                    <a:pt x="0" y="3387"/>
                  </a:lnTo>
                  <a:lnTo>
                    <a:pt x="4503" y="3387"/>
                  </a:lnTo>
                  <a:lnTo>
                    <a:pt x="4503" y="595"/>
                  </a:lnTo>
                  <a:cubicBezTo>
                    <a:pt x="4503" y="296"/>
                    <a:pt x="4244" y="1"/>
                    <a:pt x="39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2394104" y="4259015"/>
              <a:ext cx="73603" cy="56029"/>
            </a:xfrm>
            <a:custGeom>
              <a:rect b="b" l="l" r="r" t="t"/>
              <a:pathLst>
                <a:path extrusionOk="0" h="3387" w="4450">
                  <a:moveTo>
                    <a:pt x="559" y="1"/>
                  </a:moveTo>
                  <a:cubicBezTo>
                    <a:pt x="242" y="1"/>
                    <a:pt x="1" y="296"/>
                    <a:pt x="1" y="595"/>
                  </a:cubicBezTo>
                  <a:lnTo>
                    <a:pt x="1" y="3387"/>
                  </a:lnTo>
                  <a:lnTo>
                    <a:pt x="4450" y="3387"/>
                  </a:lnTo>
                  <a:lnTo>
                    <a:pt x="4450" y="595"/>
                  </a:lnTo>
                  <a:cubicBezTo>
                    <a:pt x="4450" y="296"/>
                    <a:pt x="4208" y="1"/>
                    <a:pt x="38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2209104" y="4185417"/>
              <a:ext cx="36950" cy="36972"/>
            </a:xfrm>
            <a:custGeom>
              <a:rect b="b" l="l" r="r" t="t"/>
              <a:pathLst>
                <a:path extrusionOk="0" h="2235" w="2234">
                  <a:moveTo>
                    <a:pt x="1117" y="1"/>
                  </a:moveTo>
                  <a:cubicBezTo>
                    <a:pt x="800" y="1"/>
                    <a:pt x="559" y="242"/>
                    <a:pt x="559" y="559"/>
                  </a:cubicBezTo>
                  <a:lnTo>
                    <a:pt x="559" y="1118"/>
                  </a:lnTo>
                  <a:cubicBezTo>
                    <a:pt x="241" y="1118"/>
                    <a:pt x="0" y="1359"/>
                    <a:pt x="0" y="1676"/>
                  </a:cubicBezTo>
                  <a:lnTo>
                    <a:pt x="0" y="2234"/>
                  </a:lnTo>
                  <a:lnTo>
                    <a:pt x="2234" y="2234"/>
                  </a:lnTo>
                  <a:lnTo>
                    <a:pt x="2234" y="1676"/>
                  </a:lnTo>
                  <a:cubicBezTo>
                    <a:pt x="2234" y="1359"/>
                    <a:pt x="1975" y="1118"/>
                    <a:pt x="1675" y="1118"/>
                  </a:cubicBezTo>
                  <a:lnTo>
                    <a:pt x="1675" y="559"/>
                  </a:lnTo>
                  <a:cubicBezTo>
                    <a:pt x="1675" y="242"/>
                    <a:pt x="1416" y="1"/>
                    <a:pt x="1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2209104" y="4240851"/>
              <a:ext cx="73603" cy="37254"/>
            </a:xfrm>
            <a:custGeom>
              <a:rect b="b" l="l" r="r" t="t"/>
              <a:pathLst>
                <a:path extrusionOk="0" h="2252" w="4450">
                  <a:moveTo>
                    <a:pt x="0" y="0"/>
                  </a:moveTo>
                  <a:lnTo>
                    <a:pt x="0" y="2251"/>
                  </a:lnTo>
                  <a:lnTo>
                    <a:pt x="2234" y="2251"/>
                  </a:lnTo>
                  <a:lnTo>
                    <a:pt x="2234" y="1099"/>
                  </a:lnTo>
                  <a:lnTo>
                    <a:pt x="3891" y="1099"/>
                  </a:lnTo>
                  <a:cubicBezTo>
                    <a:pt x="4208" y="1099"/>
                    <a:pt x="4449" y="858"/>
                    <a:pt x="4449" y="541"/>
                  </a:cubicBezTo>
                  <a:cubicBezTo>
                    <a:pt x="4449" y="241"/>
                    <a:pt x="4208" y="0"/>
                    <a:pt x="38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2209104" y="4296566"/>
              <a:ext cx="73603" cy="110554"/>
            </a:xfrm>
            <a:custGeom>
              <a:rect b="b" l="l" r="r" t="t"/>
              <a:pathLst>
                <a:path extrusionOk="0" h="6683" w="4450">
                  <a:moveTo>
                    <a:pt x="0" y="0"/>
                  </a:moveTo>
                  <a:lnTo>
                    <a:pt x="0" y="6683"/>
                  </a:lnTo>
                  <a:lnTo>
                    <a:pt x="2234" y="6683"/>
                  </a:lnTo>
                  <a:lnTo>
                    <a:pt x="2234" y="2792"/>
                  </a:lnTo>
                  <a:cubicBezTo>
                    <a:pt x="2234" y="1863"/>
                    <a:pt x="2980" y="1117"/>
                    <a:pt x="3891" y="1117"/>
                  </a:cubicBezTo>
                  <a:lnTo>
                    <a:pt x="4449" y="1117"/>
                  </a:lnTo>
                  <a:lnTo>
                    <a:pt x="44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2449215" y="4333505"/>
              <a:ext cx="74496" cy="38511"/>
            </a:xfrm>
            <a:custGeom>
              <a:rect b="b" l="l" r="r" t="t"/>
              <a:pathLst>
                <a:path extrusionOk="0" h="2328" w="4504">
                  <a:moveTo>
                    <a:pt x="1" y="1"/>
                  </a:moveTo>
                  <a:lnTo>
                    <a:pt x="1" y="2234"/>
                  </a:lnTo>
                  <a:lnTo>
                    <a:pt x="3945" y="2234"/>
                  </a:lnTo>
                  <a:cubicBezTo>
                    <a:pt x="4133" y="2234"/>
                    <a:pt x="4321" y="2270"/>
                    <a:pt x="4504" y="2328"/>
                  </a:cubicBezTo>
                  <a:lnTo>
                    <a:pt x="4504" y="559"/>
                  </a:lnTo>
                  <a:cubicBezTo>
                    <a:pt x="4504" y="242"/>
                    <a:pt x="4245" y="1"/>
                    <a:pt x="39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2357170" y="4333505"/>
              <a:ext cx="73603" cy="53002"/>
            </a:xfrm>
            <a:custGeom>
              <a:rect b="b" l="l" r="r" t="t"/>
              <a:pathLst>
                <a:path extrusionOk="0" h="3204" w="4450">
                  <a:moveTo>
                    <a:pt x="0" y="1"/>
                  </a:moveTo>
                  <a:lnTo>
                    <a:pt x="0" y="3203"/>
                  </a:lnTo>
                  <a:lnTo>
                    <a:pt x="482" y="2717"/>
                  </a:lnTo>
                  <a:cubicBezTo>
                    <a:pt x="800" y="2404"/>
                    <a:pt x="1228" y="2234"/>
                    <a:pt x="1675" y="2234"/>
                  </a:cubicBezTo>
                  <a:lnTo>
                    <a:pt x="4449" y="2234"/>
                  </a:lnTo>
                  <a:lnTo>
                    <a:pt x="44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2264215" y="4333505"/>
              <a:ext cx="74496" cy="73614"/>
            </a:xfrm>
            <a:custGeom>
              <a:rect b="b" l="l" r="r" t="t"/>
              <a:pathLst>
                <a:path extrusionOk="0" h="4450" w="4504">
                  <a:moveTo>
                    <a:pt x="559" y="1"/>
                  </a:moveTo>
                  <a:cubicBezTo>
                    <a:pt x="260" y="1"/>
                    <a:pt x="1" y="242"/>
                    <a:pt x="1" y="559"/>
                  </a:cubicBezTo>
                  <a:lnTo>
                    <a:pt x="1" y="4450"/>
                  </a:lnTo>
                  <a:lnTo>
                    <a:pt x="4374" y="4450"/>
                  </a:lnTo>
                  <a:lnTo>
                    <a:pt x="4503" y="4320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2209104" y="4388923"/>
              <a:ext cx="314905" cy="111166"/>
            </a:xfrm>
            <a:custGeom>
              <a:rect b="b" l="l" r="r" t="t"/>
              <a:pathLst>
                <a:path extrusionOk="0" h="6720" w="19039">
                  <a:moveTo>
                    <a:pt x="12843" y="1658"/>
                  </a:moveTo>
                  <a:cubicBezTo>
                    <a:pt x="13160" y="1658"/>
                    <a:pt x="13401" y="1917"/>
                    <a:pt x="13401" y="2217"/>
                  </a:cubicBezTo>
                  <a:cubicBezTo>
                    <a:pt x="13401" y="2534"/>
                    <a:pt x="13160" y="2775"/>
                    <a:pt x="12843" y="2775"/>
                  </a:cubicBezTo>
                  <a:cubicBezTo>
                    <a:pt x="12543" y="2775"/>
                    <a:pt x="12302" y="2534"/>
                    <a:pt x="12302" y="2217"/>
                  </a:cubicBezTo>
                  <a:cubicBezTo>
                    <a:pt x="12302" y="1917"/>
                    <a:pt x="12543" y="1658"/>
                    <a:pt x="12843" y="1658"/>
                  </a:cubicBezTo>
                  <a:close/>
                  <a:moveTo>
                    <a:pt x="15076" y="1658"/>
                  </a:moveTo>
                  <a:cubicBezTo>
                    <a:pt x="15393" y="1658"/>
                    <a:pt x="15635" y="1917"/>
                    <a:pt x="15635" y="2217"/>
                  </a:cubicBezTo>
                  <a:cubicBezTo>
                    <a:pt x="15635" y="2534"/>
                    <a:pt x="15393" y="2775"/>
                    <a:pt x="15076" y="2775"/>
                  </a:cubicBezTo>
                  <a:cubicBezTo>
                    <a:pt x="14777" y="2775"/>
                    <a:pt x="14518" y="2534"/>
                    <a:pt x="14518" y="2217"/>
                  </a:cubicBezTo>
                  <a:cubicBezTo>
                    <a:pt x="14518" y="1917"/>
                    <a:pt x="14777" y="1658"/>
                    <a:pt x="15076" y="1658"/>
                  </a:cubicBezTo>
                  <a:close/>
                  <a:moveTo>
                    <a:pt x="10627" y="1"/>
                  </a:moveTo>
                  <a:cubicBezTo>
                    <a:pt x="10480" y="1"/>
                    <a:pt x="10328" y="59"/>
                    <a:pt x="10239" y="148"/>
                  </a:cubicBezTo>
                  <a:lnTo>
                    <a:pt x="8170" y="2217"/>
                  </a:lnTo>
                  <a:lnTo>
                    <a:pt x="559" y="2217"/>
                  </a:lnTo>
                  <a:cubicBezTo>
                    <a:pt x="241" y="2217"/>
                    <a:pt x="0" y="2476"/>
                    <a:pt x="0" y="2775"/>
                  </a:cubicBezTo>
                  <a:lnTo>
                    <a:pt x="0" y="4973"/>
                  </a:lnTo>
                  <a:cubicBezTo>
                    <a:pt x="0" y="5120"/>
                    <a:pt x="54" y="5267"/>
                    <a:pt x="165" y="5361"/>
                  </a:cubicBezTo>
                  <a:cubicBezTo>
                    <a:pt x="277" y="5473"/>
                    <a:pt x="389" y="5531"/>
                    <a:pt x="559" y="5531"/>
                  </a:cubicBezTo>
                  <a:cubicBezTo>
                    <a:pt x="576" y="5529"/>
                    <a:pt x="594" y="5529"/>
                    <a:pt x="611" y="5529"/>
                  </a:cubicBezTo>
                  <a:cubicBezTo>
                    <a:pt x="840" y="5529"/>
                    <a:pt x="1092" y="5660"/>
                    <a:pt x="1229" y="5884"/>
                  </a:cubicBezTo>
                  <a:cubicBezTo>
                    <a:pt x="1581" y="6402"/>
                    <a:pt x="2176" y="6719"/>
                    <a:pt x="2810" y="6719"/>
                  </a:cubicBezTo>
                  <a:cubicBezTo>
                    <a:pt x="3444" y="6719"/>
                    <a:pt x="4038" y="6402"/>
                    <a:pt x="4391" y="5884"/>
                  </a:cubicBezTo>
                  <a:cubicBezTo>
                    <a:pt x="4541" y="5661"/>
                    <a:pt x="4792" y="5549"/>
                    <a:pt x="5043" y="5549"/>
                  </a:cubicBezTo>
                  <a:cubicBezTo>
                    <a:pt x="5295" y="5549"/>
                    <a:pt x="5546" y="5661"/>
                    <a:pt x="5696" y="5884"/>
                  </a:cubicBezTo>
                  <a:cubicBezTo>
                    <a:pt x="6048" y="6402"/>
                    <a:pt x="6665" y="6719"/>
                    <a:pt x="7313" y="6719"/>
                  </a:cubicBezTo>
                  <a:cubicBezTo>
                    <a:pt x="7947" y="6719"/>
                    <a:pt x="8523" y="6402"/>
                    <a:pt x="8876" y="5884"/>
                  </a:cubicBezTo>
                  <a:cubicBezTo>
                    <a:pt x="9026" y="5661"/>
                    <a:pt x="9277" y="5549"/>
                    <a:pt x="9528" y="5549"/>
                  </a:cubicBezTo>
                  <a:cubicBezTo>
                    <a:pt x="9780" y="5549"/>
                    <a:pt x="10031" y="5661"/>
                    <a:pt x="10180" y="5884"/>
                  </a:cubicBezTo>
                  <a:cubicBezTo>
                    <a:pt x="10533" y="6402"/>
                    <a:pt x="11132" y="6719"/>
                    <a:pt x="11762" y="6719"/>
                  </a:cubicBezTo>
                  <a:cubicBezTo>
                    <a:pt x="12396" y="6719"/>
                    <a:pt x="12990" y="6402"/>
                    <a:pt x="13343" y="5884"/>
                  </a:cubicBezTo>
                  <a:cubicBezTo>
                    <a:pt x="13493" y="5661"/>
                    <a:pt x="13744" y="5549"/>
                    <a:pt x="13995" y="5549"/>
                  </a:cubicBezTo>
                  <a:cubicBezTo>
                    <a:pt x="14247" y="5549"/>
                    <a:pt x="14498" y="5661"/>
                    <a:pt x="14647" y="5884"/>
                  </a:cubicBezTo>
                  <a:cubicBezTo>
                    <a:pt x="15000" y="6402"/>
                    <a:pt x="15577" y="6719"/>
                    <a:pt x="16229" y="6719"/>
                  </a:cubicBezTo>
                  <a:cubicBezTo>
                    <a:pt x="16863" y="6719"/>
                    <a:pt x="17475" y="6402"/>
                    <a:pt x="17832" y="5884"/>
                  </a:cubicBezTo>
                  <a:cubicBezTo>
                    <a:pt x="17980" y="5661"/>
                    <a:pt x="18221" y="5531"/>
                    <a:pt x="18480" y="5531"/>
                  </a:cubicBezTo>
                  <a:cubicBezTo>
                    <a:pt x="18779" y="5509"/>
                    <a:pt x="19021" y="5267"/>
                    <a:pt x="19021" y="4950"/>
                  </a:cubicBezTo>
                  <a:cubicBezTo>
                    <a:pt x="19003" y="4656"/>
                    <a:pt x="18779" y="4414"/>
                    <a:pt x="18444" y="4414"/>
                  </a:cubicBezTo>
                  <a:cubicBezTo>
                    <a:pt x="18092" y="4414"/>
                    <a:pt x="17698" y="4526"/>
                    <a:pt x="17404" y="4727"/>
                  </a:cubicBezTo>
                  <a:cubicBezTo>
                    <a:pt x="18762" y="2717"/>
                    <a:pt x="18985" y="747"/>
                    <a:pt x="19021" y="635"/>
                  </a:cubicBezTo>
                  <a:cubicBezTo>
                    <a:pt x="19039" y="465"/>
                    <a:pt x="18985" y="300"/>
                    <a:pt x="18873" y="189"/>
                  </a:cubicBezTo>
                  <a:cubicBezTo>
                    <a:pt x="18779" y="59"/>
                    <a:pt x="18632" y="1"/>
                    <a:pt x="18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p4"/>
          <p:cNvGrpSpPr/>
          <p:nvPr/>
        </p:nvGrpSpPr>
        <p:grpSpPr>
          <a:xfrm>
            <a:off x="6715472" y="2202593"/>
            <a:ext cx="276780" cy="314738"/>
            <a:chOff x="3208385" y="3476918"/>
            <a:chExt cx="276780" cy="314738"/>
          </a:xfrm>
        </p:grpSpPr>
        <p:sp>
          <p:nvSpPr>
            <p:cNvPr id="1117" name="Google Shape;1117;p4"/>
            <p:cNvSpPr/>
            <p:nvPr/>
          </p:nvSpPr>
          <p:spPr>
            <a:xfrm>
              <a:off x="3249321" y="3476918"/>
              <a:ext cx="194924" cy="74276"/>
            </a:xfrm>
            <a:custGeom>
              <a:rect b="b" l="l" r="r" t="t"/>
              <a:pathLst>
                <a:path extrusionOk="0" h="4490" w="11785">
                  <a:moveTo>
                    <a:pt x="5883" y="0"/>
                  </a:moveTo>
                  <a:cubicBezTo>
                    <a:pt x="3091" y="0"/>
                    <a:pt x="728" y="1921"/>
                    <a:pt x="0" y="4490"/>
                  </a:cubicBezTo>
                  <a:lnTo>
                    <a:pt x="3668" y="4490"/>
                  </a:lnTo>
                  <a:cubicBezTo>
                    <a:pt x="4579" y="4490"/>
                    <a:pt x="5343" y="3744"/>
                    <a:pt x="5343" y="2814"/>
                  </a:cubicBezTo>
                  <a:cubicBezTo>
                    <a:pt x="5343" y="2515"/>
                    <a:pt x="5584" y="2256"/>
                    <a:pt x="5883" y="2256"/>
                  </a:cubicBezTo>
                  <a:cubicBezTo>
                    <a:pt x="6200" y="2256"/>
                    <a:pt x="6442" y="2515"/>
                    <a:pt x="6442" y="2814"/>
                  </a:cubicBezTo>
                  <a:cubicBezTo>
                    <a:pt x="6442" y="3744"/>
                    <a:pt x="7205" y="4490"/>
                    <a:pt x="8117" y="4490"/>
                  </a:cubicBezTo>
                  <a:lnTo>
                    <a:pt x="11784" y="4490"/>
                  </a:lnTo>
                  <a:cubicBezTo>
                    <a:pt x="11056" y="1921"/>
                    <a:pt x="8693" y="0"/>
                    <a:pt x="5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3428780" y="3569655"/>
              <a:ext cx="19451" cy="36956"/>
            </a:xfrm>
            <a:custGeom>
              <a:rect b="b" l="l" r="r" t="t"/>
              <a:pathLst>
                <a:path extrusionOk="0" h="2234" w="1176">
                  <a:moveTo>
                    <a:pt x="59" y="0"/>
                  </a:moveTo>
                  <a:lnTo>
                    <a:pt x="59" y="1675"/>
                  </a:lnTo>
                  <a:cubicBezTo>
                    <a:pt x="59" y="1859"/>
                    <a:pt x="18" y="2046"/>
                    <a:pt x="0" y="2234"/>
                  </a:cubicBezTo>
                  <a:lnTo>
                    <a:pt x="59" y="2234"/>
                  </a:lnTo>
                  <a:cubicBezTo>
                    <a:pt x="671" y="2234"/>
                    <a:pt x="1175" y="1729"/>
                    <a:pt x="1175" y="1117"/>
                  </a:cubicBezTo>
                  <a:cubicBezTo>
                    <a:pt x="1175" y="501"/>
                    <a:pt x="67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3245319" y="3569655"/>
              <a:ext cx="19385" cy="36956"/>
            </a:xfrm>
            <a:custGeom>
              <a:rect b="b" l="l" r="r" t="t"/>
              <a:pathLst>
                <a:path extrusionOk="0" h="2234" w="1172">
                  <a:moveTo>
                    <a:pt x="1118" y="0"/>
                  </a:moveTo>
                  <a:cubicBezTo>
                    <a:pt x="501" y="0"/>
                    <a:pt x="1" y="501"/>
                    <a:pt x="1" y="1117"/>
                  </a:cubicBezTo>
                  <a:cubicBezTo>
                    <a:pt x="1" y="1729"/>
                    <a:pt x="501" y="2234"/>
                    <a:pt x="1118" y="2234"/>
                  </a:cubicBezTo>
                  <a:lnTo>
                    <a:pt x="1171" y="2234"/>
                  </a:lnTo>
                  <a:cubicBezTo>
                    <a:pt x="1153" y="2046"/>
                    <a:pt x="1118" y="1859"/>
                    <a:pt x="1118" y="1675"/>
                  </a:cubicBezTo>
                  <a:lnTo>
                    <a:pt x="1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340416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2663" y="0"/>
                  </a:moveTo>
                  <a:cubicBezTo>
                    <a:pt x="2328" y="184"/>
                    <a:pt x="1953" y="318"/>
                    <a:pt x="1547" y="318"/>
                  </a:cubicBezTo>
                  <a:lnTo>
                    <a:pt x="1229" y="318"/>
                  </a:lnTo>
                  <a:cubicBezTo>
                    <a:pt x="970" y="1041"/>
                    <a:pt x="559" y="1711"/>
                    <a:pt x="1" y="2234"/>
                  </a:cubicBezTo>
                  <a:lnTo>
                    <a:pt x="95" y="2605"/>
                  </a:lnTo>
                  <a:lnTo>
                    <a:pt x="1658" y="2810"/>
                  </a:lnTo>
                  <a:cubicBezTo>
                    <a:pt x="2011" y="2846"/>
                    <a:pt x="2346" y="2940"/>
                    <a:pt x="2663" y="3033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324531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1" y="0"/>
                  </a:moveTo>
                  <a:lnTo>
                    <a:pt x="1" y="3033"/>
                  </a:lnTo>
                  <a:cubicBezTo>
                    <a:pt x="318" y="2940"/>
                    <a:pt x="653" y="2846"/>
                    <a:pt x="1006" y="2810"/>
                  </a:cubicBezTo>
                  <a:lnTo>
                    <a:pt x="2569" y="2605"/>
                  </a:lnTo>
                  <a:lnTo>
                    <a:pt x="2663" y="2234"/>
                  </a:lnTo>
                  <a:cubicBezTo>
                    <a:pt x="2105" y="1711"/>
                    <a:pt x="1694" y="1041"/>
                    <a:pt x="1435" y="318"/>
                  </a:cubicBezTo>
                  <a:lnTo>
                    <a:pt x="1118" y="318"/>
                  </a:lnTo>
                  <a:cubicBezTo>
                    <a:pt x="707" y="318"/>
                    <a:pt x="336" y="18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3282269" y="3551177"/>
              <a:ext cx="129012" cy="110487"/>
            </a:xfrm>
            <a:custGeom>
              <a:rect b="b" l="l" r="r" t="t"/>
              <a:pathLst>
                <a:path extrusionOk="0" h="6679" w="7800">
                  <a:moveTo>
                    <a:pt x="3891" y="1"/>
                  </a:moveTo>
                  <a:cubicBezTo>
                    <a:pt x="3369" y="671"/>
                    <a:pt x="2569" y="1117"/>
                    <a:pt x="1676" y="1117"/>
                  </a:cubicBezTo>
                  <a:lnTo>
                    <a:pt x="0" y="1117"/>
                  </a:lnTo>
                  <a:lnTo>
                    <a:pt x="0" y="2792"/>
                  </a:lnTo>
                  <a:cubicBezTo>
                    <a:pt x="0" y="4950"/>
                    <a:pt x="1751" y="6679"/>
                    <a:pt x="3891" y="6679"/>
                  </a:cubicBezTo>
                  <a:cubicBezTo>
                    <a:pt x="5455" y="6679"/>
                    <a:pt x="6777" y="5767"/>
                    <a:pt x="7407" y="4468"/>
                  </a:cubicBezTo>
                  <a:lnTo>
                    <a:pt x="5008" y="4468"/>
                  </a:lnTo>
                  <a:cubicBezTo>
                    <a:pt x="4709" y="4468"/>
                    <a:pt x="4450" y="4204"/>
                    <a:pt x="4450" y="3909"/>
                  </a:cubicBezTo>
                  <a:cubicBezTo>
                    <a:pt x="4450" y="3592"/>
                    <a:pt x="4709" y="3351"/>
                    <a:pt x="5008" y="3351"/>
                  </a:cubicBezTo>
                  <a:lnTo>
                    <a:pt x="7742" y="3351"/>
                  </a:lnTo>
                  <a:cubicBezTo>
                    <a:pt x="7760" y="3163"/>
                    <a:pt x="7800" y="2976"/>
                    <a:pt x="7800" y="2792"/>
                  </a:cubicBezTo>
                  <a:lnTo>
                    <a:pt x="7800" y="1117"/>
                  </a:lnTo>
                  <a:lnTo>
                    <a:pt x="6125" y="1117"/>
                  </a:lnTo>
                  <a:cubicBezTo>
                    <a:pt x="5231" y="1117"/>
                    <a:pt x="4432" y="671"/>
                    <a:pt x="3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3208385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932" y="1"/>
                  </a:moveTo>
                  <a:lnTo>
                    <a:pt x="3386" y="206"/>
                  </a:lnTo>
                  <a:cubicBezTo>
                    <a:pt x="1265" y="483"/>
                    <a:pt x="0" y="2158"/>
                    <a:pt x="0" y="4003"/>
                  </a:cubicBezTo>
                  <a:lnTo>
                    <a:pt x="0" y="6125"/>
                  </a:lnTo>
                  <a:cubicBezTo>
                    <a:pt x="0" y="6420"/>
                    <a:pt x="259" y="6683"/>
                    <a:pt x="559" y="6683"/>
                  </a:cubicBezTo>
                  <a:lnTo>
                    <a:pt x="6830" y="6683"/>
                  </a:lnTo>
                  <a:lnTo>
                    <a:pt x="49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3317664" y="3711243"/>
              <a:ext cx="58237" cy="80413"/>
            </a:xfrm>
            <a:custGeom>
              <a:rect b="b" l="l" r="r" t="t"/>
              <a:pathLst>
                <a:path extrusionOk="0" h="4861" w="3521">
                  <a:moveTo>
                    <a:pt x="0" y="0"/>
                  </a:moveTo>
                  <a:lnTo>
                    <a:pt x="1376" y="4860"/>
                  </a:lnTo>
                  <a:lnTo>
                    <a:pt x="2140" y="4860"/>
                  </a:lnTo>
                  <a:lnTo>
                    <a:pt x="3520" y="0"/>
                  </a:lnTo>
                  <a:lnTo>
                    <a:pt x="3520" y="0"/>
                  </a:lnTo>
                  <a:cubicBezTo>
                    <a:pt x="2980" y="223"/>
                    <a:pt x="2363" y="353"/>
                    <a:pt x="1751" y="353"/>
                  </a:cubicBezTo>
                  <a:cubicBezTo>
                    <a:pt x="1135" y="353"/>
                    <a:pt x="541" y="22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3305690" y="3668745"/>
              <a:ext cx="82171" cy="29876"/>
            </a:xfrm>
            <a:custGeom>
              <a:rect b="b" l="l" r="r" t="t"/>
              <a:pathLst>
                <a:path extrusionOk="0" h="1806" w="4968">
                  <a:moveTo>
                    <a:pt x="0" y="1"/>
                  </a:moveTo>
                  <a:lnTo>
                    <a:pt x="260" y="894"/>
                  </a:lnTo>
                  <a:cubicBezTo>
                    <a:pt x="782" y="1470"/>
                    <a:pt x="1600" y="1805"/>
                    <a:pt x="2475" y="1805"/>
                  </a:cubicBezTo>
                  <a:cubicBezTo>
                    <a:pt x="3369" y="1805"/>
                    <a:pt x="4186" y="1470"/>
                    <a:pt x="4709" y="894"/>
                  </a:cubicBezTo>
                  <a:lnTo>
                    <a:pt x="4968" y="18"/>
                  </a:lnTo>
                  <a:lnTo>
                    <a:pt x="4968" y="18"/>
                  </a:lnTo>
                  <a:cubicBezTo>
                    <a:pt x="4222" y="447"/>
                    <a:pt x="3369" y="688"/>
                    <a:pt x="2475" y="688"/>
                  </a:cubicBezTo>
                  <a:cubicBezTo>
                    <a:pt x="1582" y="688"/>
                    <a:pt x="742" y="42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3372180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039" y="3293"/>
                  </a:moveTo>
                  <a:cubicBezTo>
                    <a:pt x="4334" y="3293"/>
                    <a:pt x="4597" y="3538"/>
                    <a:pt x="4597" y="3851"/>
                  </a:cubicBezTo>
                  <a:cubicBezTo>
                    <a:pt x="4597" y="4150"/>
                    <a:pt x="4334" y="4409"/>
                    <a:pt x="4039" y="4409"/>
                  </a:cubicBezTo>
                  <a:lnTo>
                    <a:pt x="2922" y="4409"/>
                  </a:lnTo>
                  <a:cubicBezTo>
                    <a:pt x="2605" y="4409"/>
                    <a:pt x="2364" y="4150"/>
                    <a:pt x="2364" y="3851"/>
                  </a:cubicBezTo>
                  <a:cubicBezTo>
                    <a:pt x="2364" y="3538"/>
                    <a:pt x="2605" y="3293"/>
                    <a:pt x="2922" y="3293"/>
                  </a:cubicBezTo>
                  <a:close/>
                  <a:moveTo>
                    <a:pt x="1899" y="1"/>
                  </a:moveTo>
                  <a:lnTo>
                    <a:pt x="1" y="6683"/>
                  </a:lnTo>
                  <a:lnTo>
                    <a:pt x="6272" y="6683"/>
                  </a:lnTo>
                  <a:cubicBezTo>
                    <a:pt x="6567" y="6683"/>
                    <a:pt x="6831" y="6420"/>
                    <a:pt x="6831" y="6125"/>
                  </a:cubicBezTo>
                  <a:lnTo>
                    <a:pt x="6831" y="4003"/>
                  </a:lnTo>
                  <a:cubicBezTo>
                    <a:pt x="6831" y="2158"/>
                    <a:pt x="5585" y="483"/>
                    <a:pt x="3440" y="206"/>
                  </a:cubicBezTo>
                  <a:lnTo>
                    <a:pt x="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4"/>
          <p:cNvGrpSpPr/>
          <p:nvPr/>
        </p:nvGrpSpPr>
        <p:grpSpPr>
          <a:xfrm>
            <a:off x="6715472" y="2853043"/>
            <a:ext cx="276780" cy="314738"/>
            <a:chOff x="3208385" y="3476918"/>
            <a:chExt cx="276780" cy="314738"/>
          </a:xfrm>
        </p:grpSpPr>
        <p:sp>
          <p:nvSpPr>
            <p:cNvPr id="1128" name="Google Shape;1128;p4"/>
            <p:cNvSpPr/>
            <p:nvPr/>
          </p:nvSpPr>
          <p:spPr>
            <a:xfrm>
              <a:off x="3249321" y="3476918"/>
              <a:ext cx="194924" cy="74276"/>
            </a:xfrm>
            <a:custGeom>
              <a:rect b="b" l="l" r="r" t="t"/>
              <a:pathLst>
                <a:path extrusionOk="0" h="4490" w="11785">
                  <a:moveTo>
                    <a:pt x="5883" y="0"/>
                  </a:moveTo>
                  <a:cubicBezTo>
                    <a:pt x="3091" y="0"/>
                    <a:pt x="728" y="1921"/>
                    <a:pt x="0" y="4490"/>
                  </a:cubicBezTo>
                  <a:lnTo>
                    <a:pt x="3668" y="4490"/>
                  </a:lnTo>
                  <a:cubicBezTo>
                    <a:pt x="4579" y="4490"/>
                    <a:pt x="5343" y="3744"/>
                    <a:pt x="5343" y="2814"/>
                  </a:cubicBezTo>
                  <a:cubicBezTo>
                    <a:pt x="5343" y="2515"/>
                    <a:pt x="5584" y="2256"/>
                    <a:pt x="5883" y="2256"/>
                  </a:cubicBezTo>
                  <a:cubicBezTo>
                    <a:pt x="6200" y="2256"/>
                    <a:pt x="6442" y="2515"/>
                    <a:pt x="6442" y="2814"/>
                  </a:cubicBezTo>
                  <a:cubicBezTo>
                    <a:pt x="6442" y="3744"/>
                    <a:pt x="7205" y="4490"/>
                    <a:pt x="8117" y="4490"/>
                  </a:cubicBezTo>
                  <a:lnTo>
                    <a:pt x="11784" y="4490"/>
                  </a:lnTo>
                  <a:cubicBezTo>
                    <a:pt x="11056" y="1921"/>
                    <a:pt x="8693" y="0"/>
                    <a:pt x="5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"/>
            <p:cNvSpPr/>
            <p:nvPr/>
          </p:nvSpPr>
          <p:spPr>
            <a:xfrm>
              <a:off x="3428780" y="3569655"/>
              <a:ext cx="19451" cy="36956"/>
            </a:xfrm>
            <a:custGeom>
              <a:rect b="b" l="l" r="r" t="t"/>
              <a:pathLst>
                <a:path extrusionOk="0" h="2234" w="1176">
                  <a:moveTo>
                    <a:pt x="59" y="0"/>
                  </a:moveTo>
                  <a:lnTo>
                    <a:pt x="59" y="1675"/>
                  </a:lnTo>
                  <a:cubicBezTo>
                    <a:pt x="59" y="1859"/>
                    <a:pt x="18" y="2046"/>
                    <a:pt x="0" y="2234"/>
                  </a:cubicBezTo>
                  <a:lnTo>
                    <a:pt x="59" y="2234"/>
                  </a:lnTo>
                  <a:cubicBezTo>
                    <a:pt x="671" y="2234"/>
                    <a:pt x="1175" y="1729"/>
                    <a:pt x="1175" y="1117"/>
                  </a:cubicBezTo>
                  <a:cubicBezTo>
                    <a:pt x="1175" y="501"/>
                    <a:pt x="67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3245319" y="3569655"/>
              <a:ext cx="19385" cy="36956"/>
            </a:xfrm>
            <a:custGeom>
              <a:rect b="b" l="l" r="r" t="t"/>
              <a:pathLst>
                <a:path extrusionOk="0" h="2234" w="1172">
                  <a:moveTo>
                    <a:pt x="1118" y="0"/>
                  </a:moveTo>
                  <a:cubicBezTo>
                    <a:pt x="501" y="0"/>
                    <a:pt x="1" y="501"/>
                    <a:pt x="1" y="1117"/>
                  </a:cubicBezTo>
                  <a:cubicBezTo>
                    <a:pt x="1" y="1729"/>
                    <a:pt x="501" y="2234"/>
                    <a:pt x="1118" y="2234"/>
                  </a:cubicBezTo>
                  <a:lnTo>
                    <a:pt x="1171" y="2234"/>
                  </a:lnTo>
                  <a:cubicBezTo>
                    <a:pt x="1153" y="2046"/>
                    <a:pt x="1118" y="1859"/>
                    <a:pt x="1118" y="1675"/>
                  </a:cubicBezTo>
                  <a:lnTo>
                    <a:pt x="1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340416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2663" y="0"/>
                  </a:moveTo>
                  <a:cubicBezTo>
                    <a:pt x="2328" y="184"/>
                    <a:pt x="1953" y="318"/>
                    <a:pt x="1547" y="318"/>
                  </a:cubicBezTo>
                  <a:lnTo>
                    <a:pt x="1229" y="318"/>
                  </a:lnTo>
                  <a:cubicBezTo>
                    <a:pt x="970" y="1041"/>
                    <a:pt x="559" y="1711"/>
                    <a:pt x="1" y="2234"/>
                  </a:cubicBezTo>
                  <a:lnTo>
                    <a:pt x="95" y="2605"/>
                  </a:lnTo>
                  <a:lnTo>
                    <a:pt x="1658" y="2810"/>
                  </a:lnTo>
                  <a:cubicBezTo>
                    <a:pt x="2011" y="2846"/>
                    <a:pt x="2346" y="2940"/>
                    <a:pt x="2663" y="3033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324531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1" y="0"/>
                  </a:moveTo>
                  <a:lnTo>
                    <a:pt x="1" y="3033"/>
                  </a:lnTo>
                  <a:cubicBezTo>
                    <a:pt x="318" y="2940"/>
                    <a:pt x="653" y="2846"/>
                    <a:pt x="1006" y="2810"/>
                  </a:cubicBezTo>
                  <a:lnTo>
                    <a:pt x="2569" y="2605"/>
                  </a:lnTo>
                  <a:lnTo>
                    <a:pt x="2663" y="2234"/>
                  </a:lnTo>
                  <a:cubicBezTo>
                    <a:pt x="2105" y="1711"/>
                    <a:pt x="1694" y="1041"/>
                    <a:pt x="1435" y="318"/>
                  </a:cubicBezTo>
                  <a:lnTo>
                    <a:pt x="1118" y="318"/>
                  </a:lnTo>
                  <a:cubicBezTo>
                    <a:pt x="707" y="318"/>
                    <a:pt x="336" y="18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3282269" y="3551177"/>
              <a:ext cx="129012" cy="110487"/>
            </a:xfrm>
            <a:custGeom>
              <a:rect b="b" l="l" r="r" t="t"/>
              <a:pathLst>
                <a:path extrusionOk="0" h="6679" w="7800">
                  <a:moveTo>
                    <a:pt x="3891" y="1"/>
                  </a:moveTo>
                  <a:cubicBezTo>
                    <a:pt x="3369" y="671"/>
                    <a:pt x="2569" y="1117"/>
                    <a:pt x="1676" y="1117"/>
                  </a:cubicBezTo>
                  <a:lnTo>
                    <a:pt x="0" y="1117"/>
                  </a:lnTo>
                  <a:lnTo>
                    <a:pt x="0" y="2792"/>
                  </a:lnTo>
                  <a:cubicBezTo>
                    <a:pt x="0" y="4950"/>
                    <a:pt x="1751" y="6679"/>
                    <a:pt x="3891" y="6679"/>
                  </a:cubicBezTo>
                  <a:cubicBezTo>
                    <a:pt x="5455" y="6679"/>
                    <a:pt x="6777" y="5767"/>
                    <a:pt x="7407" y="4468"/>
                  </a:cubicBezTo>
                  <a:lnTo>
                    <a:pt x="5008" y="4468"/>
                  </a:lnTo>
                  <a:cubicBezTo>
                    <a:pt x="4709" y="4468"/>
                    <a:pt x="4450" y="4204"/>
                    <a:pt x="4450" y="3909"/>
                  </a:cubicBezTo>
                  <a:cubicBezTo>
                    <a:pt x="4450" y="3592"/>
                    <a:pt x="4709" y="3351"/>
                    <a:pt x="5008" y="3351"/>
                  </a:cubicBezTo>
                  <a:lnTo>
                    <a:pt x="7742" y="3351"/>
                  </a:lnTo>
                  <a:cubicBezTo>
                    <a:pt x="7760" y="3163"/>
                    <a:pt x="7800" y="2976"/>
                    <a:pt x="7800" y="2792"/>
                  </a:cubicBezTo>
                  <a:lnTo>
                    <a:pt x="7800" y="1117"/>
                  </a:lnTo>
                  <a:lnTo>
                    <a:pt x="6125" y="1117"/>
                  </a:lnTo>
                  <a:cubicBezTo>
                    <a:pt x="5231" y="1117"/>
                    <a:pt x="4432" y="671"/>
                    <a:pt x="3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3208385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932" y="1"/>
                  </a:moveTo>
                  <a:lnTo>
                    <a:pt x="3386" y="206"/>
                  </a:lnTo>
                  <a:cubicBezTo>
                    <a:pt x="1265" y="483"/>
                    <a:pt x="0" y="2158"/>
                    <a:pt x="0" y="4003"/>
                  </a:cubicBezTo>
                  <a:lnTo>
                    <a:pt x="0" y="6125"/>
                  </a:lnTo>
                  <a:cubicBezTo>
                    <a:pt x="0" y="6420"/>
                    <a:pt x="259" y="6683"/>
                    <a:pt x="559" y="6683"/>
                  </a:cubicBezTo>
                  <a:lnTo>
                    <a:pt x="6830" y="6683"/>
                  </a:lnTo>
                  <a:lnTo>
                    <a:pt x="49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3317664" y="3711243"/>
              <a:ext cx="58237" cy="80413"/>
            </a:xfrm>
            <a:custGeom>
              <a:rect b="b" l="l" r="r" t="t"/>
              <a:pathLst>
                <a:path extrusionOk="0" h="4861" w="3521">
                  <a:moveTo>
                    <a:pt x="0" y="0"/>
                  </a:moveTo>
                  <a:lnTo>
                    <a:pt x="1376" y="4860"/>
                  </a:lnTo>
                  <a:lnTo>
                    <a:pt x="2140" y="4860"/>
                  </a:lnTo>
                  <a:lnTo>
                    <a:pt x="3520" y="0"/>
                  </a:lnTo>
                  <a:lnTo>
                    <a:pt x="3520" y="0"/>
                  </a:lnTo>
                  <a:cubicBezTo>
                    <a:pt x="2980" y="223"/>
                    <a:pt x="2363" y="353"/>
                    <a:pt x="1751" y="353"/>
                  </a:cubicBezTo>
                  <a:cubicBezTo>
                    <a:pt x="1135" y="353"/>
                    <a:pt x="541" y="22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3305690" y="3668745"/>
              <a:ext cx="82171" cy="29876"/>
            </a:xfrm>
            <a:custGeom>
              <a:rect b="b" l="l" r="r" t="t"/>
              <a:pathLst>
                <a:path extrusionOk="0" h="1806" w="4968">
                  <a:moveTo>
                    <a:pt x="0" y="1"/>
                  </a:moveTo>
                  <a:lnTo>
                    <a:pt x="260" y="894"/>
                  </a:lnTo>
                  <a:cubicBezTo>
                    <a:pt x="782" y="1470"/>
                    <a:pt x="1600" y="1805"/>
                    <a:pt x="2475" y="1805"/>
                  </a:cubicBezTo>
                  <a:cubicBezTo>
                    <a:pt x="3369" y="1805"/>
                    <a:pt x="4186" y="1470"/>
                    <a:pt x="4709" y="894"/>
                  </a:cubicBezTo>
                  <a:lnTo>
                    <a:pt x="4968" y="18"/>
                  </a:lnTo>
                  <a:lnTo>
                    <a:pt x="4968" y="18"/>
                  </a:lnTo>
                  <a:cubicBezTo>
                    <a:pt x="4222" y="447"/>
                    <a:pt x="3369" y="688"/>
                    <a:pt x="2475" y="688"/>
                  </a:cubicBezTo>
                  <a:cubicBezTo>
                    <a:pt x="1582" y="688"/>
                    <a:pt x="742" y="42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3372180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039" y="3293"/>
                  </a:moveTo>
                  <a:cubicBezTo>
                    <a:pt x="4334" y="3293"/>
                    <a:pt x="4597" y="3538"/>
                    <a:pt x="4597" y="3851"/>
                  </a:cubicBezTo>
                  <a:cubicBezTo>
                    <a:pt x="4597" y="4150"/>
                    <a:pt x="4334" y="4409"/>
                    <a:pt x="4039" y="4409"/>
                  </a:cubicBezTo>
                  <a:lnTo>
                    <a:pt x="2922" y="4409"/>
                  </a:lnTo>
                  <a:cubicBezTo>
                    <a:pt x="2605" y="4409"/>
                    <a:pt x="2364" y="4150"/>
                    <a:pt x="2364" y="3851"/>
                  </a:cubicBezTo>
                  <a:cubicBezTo>
                    <a:pt x="2364" y="3538"/>
                    <a:pt x="2605" y="3293"/>
                    <a:pt x="2922" y="3293"/>
                  </a:cubicBezTo>
                  <a:close/>
                  <a:moveTo>
                    <a:pt x="1899" y="1"/>
                  </a:moveTo>
                  <a:lnTo>
                    <a:pt x="1" y="6683"/>
                  </a:lnTo>
                  <a:lnTo>
                    <a:pt x="6272" y="6683"/>
                  </a:lnTo>
                  <a:cubicBezTo>
                    <a:pt x="6567" y="6683"/>
                    <a:pt x="6831" y="6420"/>
                    <a:pt x="6831" y="6125"/>
                  </a:cubicBezTo>
                  <a:lnTo>
                    <a:pt x="6831" y="4003"/>
                  </a:lnTo>
                  <a:cubicBezTo>
                    <a:pt x="6831" y="2158"/>
                    <a:pt x="5585" y="483"/>
                    <a:pt x="3440" y="206"/>
                  </a:cubicBezTo>
                  <a:lnTo>
                    <a:pt x="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8" name="Google Shape;1138;p4"/>
          <p:cNvGrpSpPr/>
          <p:nvPr/>
        </p:nvGrpSpPr>
        <p:grpSpPr>
          <a:xfrm>
            <a:off x="6715472" y="3503493"/>
            <a:ext cx="276780" cy="314738"/>
            <a:chOff x="3208385" y="3476918"/>
            <a:chExt cx="276780" cy="314738"/>
          </a:xfrm>
        </p:grpSpPr>
        <p:sp>
          <p:nvSpPr>
            <p:cNvPr id="1139" name="Google Shape;1139;p4"/>
            <p:cNvSpPr/>
            <p:nvPr/>
          </p:nvSpPr>
          <p:spPr>
            <a:xfrm>
              <a:off x="3249321" y="3476918"/>
              <a:ext cx="194924" cy="74276"/>
            </a:xfrm>
            <a:custGeom>
              <a:rect b="b" l="l" r="r" t="t"/>
              <a:pathLst>
                <a:path extrusionOk="0" h="4490" w="11785">
                  <a:moveTo>
                    <a:pt x="5883" y="0"/>
                  </a:moveTo>
                  <a:cubicBezTo>
                    <a:pt x="3091" y="0"/>
                    <a:pt x="728" y="1921"/>
                    <a:pt x="0" y="4490"/>
                  </a:cubicBezTo>
                  <a:lnTo>
                    <a:pt x="3668" y="4490"/>
                  </a:lnTo>
                  <a:cubicBezTo>
                    <a:pt x="4579" y="4490"/>
                    <a:pt x="5343" y="3744"/>
                    <a:pt x="5343" y="2814"/>
                  </a:cubicBezTo>
                  <a:cubicBezTo>
                    <a:pt x="5343" y="2515"/>
                    <a:pt x="5584" y="2256"/>
                    <a:pt x="5883" y="2256"/>
                  </a:cubicBezTo>
                  <a:cubicBezTo>
                    <a:pt x="6200" y="2256"/>
                    <a:pt x="6442" y="2515"/>
                    <a:pt x="6442" y="2814"/>
                  </a:cubicBezTo>
                  <a:cubicBezTo>
                    <a:pt x="6442" y="3744"/>
                    <a:pt x="7205" y="4490"/>
                    <a:pt x="8117" y="4490"/>
                  </a:cubicBezTo>
                  <a:lnTo>
                    <a:pt x="11784" y="4490"/>
                  </a:lnTo>
                  <a:cubicBezTo>
                    <a:pt x="11056" y="1921"/>
                    <a:pt x="8693" y="0"/>
                    <a:pt x="5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3428780" y="3569655"/>
              <a:ext cx="19451" cy="36956"/>
            </a:xfrm>
            <a:custGeom>
              <a:rect b="b" l="l" r="r" t="t"/>
              <a:pathLst>
                <a:path extrusionOk="0" h="2234" w="1176">
                  <a:moveTo>
                    <a:pt x="59" y="0"/>
                  </a:moveTo>
                  <a:lnTo>
                    <a:pt x="59" y="1675"/>
                  </a:lnTo>
                  <a:cubicBezTo>
                    <a:pt x="59" y="1859"/>
                    <a:pt x="18" y="2046"/>
                    <a:pt x="0" y="2234"/>
                  </a:cubicBezTo>
                  <a:lnTo>
                    <a:pt x="59" y="2234"/>
                  </a:lnTo>
                  <a:cubicBezTo>
                    <a:pt x="671" y="2234"/>
                    <a:pt x="1175" y="1729"/>
                    <a:pt x="1175" y="1117"/>
                  </a:cubicBezTo>
                  <a:cubicBezTo>
                    <a:pt x="1175" y="501"/>
                    <a:pt x="67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3245319" y="3569655"/>
              <a:ext cx="19385" cy="36956"/>
            </a:xfrm>
            <a:custGeom>
              <a:rect b="b" l="l" r="r" t="t"/>
              <a:pathLst>
                <a:path extrusionOk="0" h="2234" w="1172">
                  <a:moveTo>
                    <a:pt x="1118" y="0"/>
                  </a:moveTo>
                  <a:cubicBezTo>
                    <a:pt x="501" y="0"/>
                    <a:pt x="1" y="501"/>
                    <a:pt x="1" y="1117"/>
                  </a:cubicBezTo>
                  <a:cubicBezTo>
                    <a:pt x="1" y="1729"/>
                    <a:pt x="501" y="2234"/>
                    <a:pt x="1118" y="2234"/>
                  </a:cubicBezTo>
                  <a:lnTo>
                    <a:pt x="1171" y="2234"/>
                  </a:lnTo>
                  <a:cubicBezTo>
                    <a:pt x="1153" y="2046"/>
                    <a:pt x="1118" y="1859"/>
                    <a:pt x="1118" y="1675"/>
                  </a:cubicBezTo>
                  <a:lnTo>
                    <a:pt x="1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340416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2663" y="0"/>
                  </a:moveTo>
                  <a:cubicBezTo>
                    <a:pt x="2328" y="184"/>
                    <a:pt x="1953" y="318"/>
                    <a:pt x="1547" y="318"/>
                  </a:cubicBezTo>
                  <a:lnTo>
                    <a:pt x="1229" y="318"/>
                  </a:lnTo>
                  <a:cubicBezTo>
                    <a:pt x="970" y="1041"/>
                    <a:pt x="559" y="1711"/>
                    <a:pt x="1" y="2234"/>
                  </a:cubicBezTo>
                  <a:lnTo>
                    <a:pt x="95" y="2605"/>
                  </a:lnTo>
                  <a:lnTo>
                    <a:pt x="1658" y="2810"/>
                  </a:lnTo>
                  <a:cubicBezTo>
                    <a:pt x="2011" y="2846"/>
                    <a:pt x="2346" y="2940"/>
                    <a:pt x="2663" y="3033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324531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1" y="0"/>
                  </a:moveTo>
                  <a:lnTo>
                    <a:pt x="1" y="3033"/>
                  </a:lnTo>
                  <a:cubicBezTo>
                    <a:pt x="318" y="2940"/>
                    <a:pt x="653" y="2846"/>
                    <a:pt x="1006" y="2810"/>
                  </a:cubicBezTo>
                  <a:lnTo>
                    <a:pt x="2569" y="2605"/>
                  </a:lnTo>
                  <a:lnTo>
                    <a:pt x="2663" y="2234"/>
                  </a:lnTo>
                  <a:cubicBezTo>
                    <a:pt x="2105" y="1711"/>
                    <a:pt x="1694" y="1041"/>
                    <a:pt x="1435" y="318"/>
                  </a:cubicBezTo>
                  <a:lnTo>
                    <a:pt x="1118" y="318"/>
                  </a:lnTo>
                  <a:cubicBezTo>
                    <a:pt x="707" y="318"/>
                    <a:pt x="336" y="18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3282269" y="3551177"/>
              <a:ext cx="129012" cy="110487"/>
            </a:xfrm>
            <a:custGeom>
              <a:rect b="b" l="l" r="r" t="t"/>
              <a:pathLst>
                <a:path extrusionOk="0" h="6679" w="7800">
                  <a:moveTo>
                    <a:pt x="3891" y="1"/>
                  </a:moveTo>
                  <a:cubicBezTo>
                    <a:pt x="3369" y="671"/>
                    <a:pt x="2569" y="1117"/>
                    <a:pt x="1676" y="1117"/>
                  </a:cubicBezTo>
                  <a:lnTo>
                    <a:pt x="0" y="1117"/>
                  </a:lnTo>
                  <a:lnTo>
                    <a:pt x="0" y="2792"/>
                  </a:lnTo>
                  <a:cubicBezTo>
                    <a:pt x="0" y="4950"/>
                    <a:pt x="1751" y="6679"/>
                    <a:pt x="3891" y="6679"/>
                  </a:cubicBezTo>
                  <a:cubicBezTo>
                    <a:pt x="5455" y="6679"/>
                    <a:pt x="6777" y="5767"/>
                    <a:pt x="7407" y="4468"/>
                  </a:cubicBezTo>
                  <a:lnTo>
                    <a:pt x="5008" y="4468"/>
                  </a:lnTo>
                  <a:cubicBezTo>
                    <a:pt x="4709" y="4468"/>
                    <a:pt x="4450" y="4204"/>
                    <a:pt x="4450" y="3909"/>
                  </a:cubicBezTo>
                  <a:cubicBezTo>
                    <a:pt x="4450" y="3592"/>
                    <a:pt x="4709" y="3351"/>
                    <a:pt x="5008" y="3351"/>
                  </a:cubicBezTo>
                  <a:lnTo>
                    <a:pt x="7742" y="3351"/>
                  </a:lnTo>
                  <a:cubicBezTo>
                    <a:pt x="7760" y="3163"/>
                    <a:pt x="7800" y="2976"/>
                    <a:pt x="7800" y="2792"/>
                  </a:cubicBezTo>
                  <a:lnTo>
                    <a:pt x="7800" y="1117"/>
                  </a:lnTo>
                  <a:lnTo>
                    <a:pt x="6125" y="1117"/>
                  </a:lnTo>
                  <a:cubicBezTo>
                    <a:pt x="5231" y="1117"/>
                    <a:pt x="4432" y="671"/>
                    <a:pt x="3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3208385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932" y="1"/>
                  </a:moveTo>
                  <a:lnTo>
                    <a:pt x="3386" y="206"/>
                  </a:lnTo>
                  <a:cubicBezTo>
                    <a:pt x="1265" y="483"/>
                    <a:pt x="0" y="2158"/>
                    <a:pt x="0" y="4003"/>
                  </a:cubicBezTo>
                  <a:lnTo>
                    <a:pt x="0" y="6125"/>
                  </a:lnTo>
                  <a:cubicBezTo>
                    <a:pt x="0" y="6420"/>
                    <a:pt x="259" y="6683"/>
                    <a:pt x="559" y="6683"/>
                  </a:cubicBezTo>
                  <a:lnTo>
                    <a:pt x="6830" y="6683"/>
                  </a:lnTo>
                  <a:lnTo>
                    <a:pt x="493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3317664" y="3711243"/>
              <a:ext cx="58237" cy="80413"/>
            </a:xfrm>
            <a:custGeom>
              <a:rect b="b" l="l" r="r" t="t"/>
              <a:pathLst>
                <a:path extrusionOk="0" h="4861" w="3521">
                  <a:moveTo>
                    <a:pt x="0" y="0"/>
                  </a:moveTo>
                  <a:lnTo>
                    <a:pt x="1376" y="4860"/>
                  </a:lnTo>
                  <a:lnTo>
                    <a:pt x="2140" y="4860"/>
                  </a:lnTo>
                  <a:lnTo>
                    <a:pt x="3520" y="0"/>
                  </a:lnTo>
                  <a:lnTo>
                    <a:pt x="3520" y="0"/>
                  </a:lnTo>
                  <a:cubicBezTo>
                    <a:pt x="2980" y="223"/>
                    <a:pt x="2363" y="353"/>
                    <a:pt x="1751" y="353"/>
                  </a:cubicBezTo>
                  <a:cubicBezTo>
                    <a:pt x="1135" y="353"/>
                    <a:pt x="541" y="22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3305690" y="3668745"/>
              <a:ext cx="82171" cy="29876"/>
            </a:xfrm>
            <a:custGeom>
              <a:rect b="b" l="l" r="r" t="t"/>
              <a:pathLst>
                <a:path extrusionOk="0" h="1806" w="4968">
                  <a:moveTo>
                    <a:pt x="0" y="1"/>
                  </a:moveTo>
                  <a:lnTo>
                    <a:pt x="260" y="894"/>
                  </a:lnTo>
                  <a:cubicBezTo>
                    <a:pt x="782" y="1470"/>
                    <a:pt x="1600" y="1805"/>
                    <a:pt x="2475" y="1805"/>
                  </a:cubicBezTo>
                  <a:cubicBezTo>
                    <a:pt x="3369" y="1805"/>
                    <a:pt x="4186" y="1470"/>
                    <a:pt x="4709" y="894"/>
                  </a:cubicBezTo>
                  <a:lnTo>
                    <a:pt x="4968" y="18"/>
                  </a:lnTo>
                  <a:lnTo>
                    <a:pt x="4968" y="18"/>
                  </a:lnTo>
                  <a:cubicBezTo>
                    <a:pt x="4222" y="447"/>
                    <a:pt x="3369" y="688"/>
                    <a:pt x="2475" y="688"/>
                  </a:cubicBezTo>
                  <a:cubicBezTo>
                    <a:pt x="1582" y="688"/>
                    <a:pt x="742" y="42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3372180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039" y="3293"/>
                  </a:moveTo>
                  <a:cubicBezTo>
                    <a:pt x="4334" y="3293"/>
                    <a:pt x="4597" y="3538"/>
                    <a:pt x="4597" y="3851"/>
                  </a:cubicBezTo>
                  <a:cubicBezTo>
                    <a:pt x="4597" y="4150"/>
                    <a:pt x="4334" y="4409"/>
                    <a:pt x="4039" y="4409"/>
                  </a:cubicBezTo>
                  <a:lnTo>
                    <a:pt x="2922" y="4409"/>
                  </a:lnTo>
                  <a:cubicBezTo>
                    <a:pt x="2605" y="4409"/>
                    <a:pt x="2364" y="4150"/>
                    <a:pt x="2364" y="3851"/>
                  </a:cubicBezTo>
                  <a:cubicBezTo>
                    <a:pt x="2364" y="3538"/>
                    <a:pt x="2605" y="3293"/>
                    <a:pt x="2922" y="3293"/>
                  </a:cubicBezTo>
                  <a:close/>
                  <a:moveTo>
                    <a:pt x="1899" y="1"/>
                  </a:moveTo>
                  <a:lnTo>
                    <a:pt x="1" y="6683"/>
                  </a:lnTo>
                  <a:lnTo>
                    <a:pt x="6272" y="6683"/>
                  </a:lnTo>
                  <a:cubicBezTo>
                    <a:pt x="6567" y="6683"/>
                    <a:pt x="6831" y="6420"/>
                    <a:pt x="6831" y="6125"/>
                  </a:cubicBezTo>
                  <a:lnTo>
                    <a:pt x="6831" y="4003"/>
                  </a:lnTo>
                  <a:cubicBezTo>
                    <a:pt x="6831" y="2158"/>
                    <a:pt x="5585" y="483"/>
                    <a:pt x="3440" y="206"/>
                  </a:cubicBezTo>
                  <a:lnTo>
                    <a:pt x="1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9" name="Google Shape;1149;p4"/>
          <p:cNvSpPr txBox="1"/>
          <p:nvPr>
            <p:ph idx="1" type="subTitle"/>
          </p:nvPr>
        </p:nvSpPr>
        <p:spPr>
          <a:xfrm>
            <a:off x="4203925" y="2884050"/>
            <a:ext cx="1694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Open Data Portal</a:t>
            </a:r>
            <a:endParaRPr/>
          </a:p>
        </p:txBody>
      </p:sp>
      <p:cxnSp>
        <p:nvCxnSpPr>
          <p:cNvPr id="1150" name="Google Shape;1150;p4"/>
          <p:cNvCxnSpPr/>
          <p:nvPr/>
        </p:nvCxnSpPr>
        <p:spPr>
          <a:xfrm flipH="1" rot="10800000">
            <a:off x="1848200" y="3075150"/>
            <a:ext cx="1156200" cy="7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1" name="Google Shape;1151;p4"/>
          <p:cNvSpPr/>
          <p:nvPr/>
        </p:nvSpPr>
        <p:spPr>
          <a:xfrm>
            <a:off x="4203925" y="2836500"/>
            <a:ext cx="1617300" cy="485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cxnSp>
        <p:nvCxnSpPr>
          <p:cNvPr id="1152" name="Google Shape;1152;p4"/>
          <p:cNvCxnSpPr/>
          <p:nvPr/>
        </p:nvCxnSpPr>
        <p:spPr>
          <a:xfrm>
            <a:off x="3634000" y="3077100"/>
            <a:ext cx="473100" cy="3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3" name="Google Shape;1153;p4"/>
          <p:cNvCxnSpPr>
            <a:stCxn id="1149" idx="3"/>
          </p:cNvCxnSpPr>
          <p:nvPr/>
        </p:nvCxnSpPr>
        <p:spPr>
          <a:xfrm flipH="1" rot="10800000">
            <a:off x="5898625" y="2398650"/>
            <a:ext cx="692100" cy="68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4" name="Google Shape;1154;p4"/>
          <p:cNvCxnSpPr>
            <a:stCxn id="1149" idx="3"/>
          </p:cNvCxnSpPr>
          <p:nvPr/>
        </p:nvCxnSpPr>
        <p:spPr>
          <a:xfrm>
            <a:off x="5898625" y="3079050"/>
            <a:ext cx="699900" cy="664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4"/>
          <p:cNvCxnSpPr/>
          <p:nvPr/>
        </p:nvCxnSpPr>
        <p:spPr>
          <a:xfrm>
            <a:off x="6169400" y="3077100"/>
            <a:ext cx="473100" cy="3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56" name="Google Shape;115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750" y="2772950"/>
            <a:ext cx="437025" cy="4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587" y="3367225"/>
            <a:ext cx="473100" cy="4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9150" y="2204950"/>
            <a:ext cx="501025" cy="5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8208" y="2531837"/>
            <a:ext cx="754717" cy="3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9562" y="3274062"/>
            <a:ext cx="501025" cy="5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4"/>
          <p:cNvSpPr txBox="1"/>
          <p:nvPr/>
        </p:nvSpPr>
        <p:spPr>
          <a:xfrm>
            <a:off x="7162950" y="2878675"/>
            <a:ext cx="92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data analytics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1162" name="Google Shape;1162;p4"/>
          <p:cNvGrpSpPr/>
          <p:nvPr/>
        </p:nvGrpSpPr>
        <p:grpSpPr>
          <a:xfrm>
            <a:off x="3107116" y="2901946"/>
            <a:ext cx="424159" cy="419659"/>
            <a:chOff x="-1182750" y="3962900"/>
            <a:chExt cx="294575" cy="291450"/>
          </a:xfrm>
        </p:grpSpPr>
        <p:sp>
          <p:nvSpPr>
            <p:cNvPr id="1163" name="Google Shape;1163;p4"/>
            <p:cNvSpPr/>
            <p:nvPr/>
          </p:nvSpPr>
          <p:spPr>
            <a:xfrm>
              <a:off x="-1078000" y="40306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-1129200" y="409995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-1009475" y="4081850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-1182750" y="4168475"/>
              <a:ext cx="292225" cy="34675"/>
            </a:xfrm>
            <a:custGeom>
              <a:rect b="b" l="l" r="r" t="t"/>
              <a:pathLst>
                <a:path extrusionOk="0" h="1387" w="11689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-1117400" y="4220475"/>
              <a:ext cx="161500" cy="33875"/>
            </a:xfrm>
            <a:custGeom>
              <a:rect b="b" l="l" r="r" t="t"/>
              <a:pathLst>
                <a:path extrusionOk="0" h="1355" w="646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-958300" y="40141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-1180400" y="3962900"/>
              <a:ext cx="292225" cy="188275"/>
            </a:xfrm>
            <a:custGeom>
              <a:rect b="b" l="l" r="r" t="t"/>
              <a:pathLst>
                <a:path extrusionOk="0" h="7531" w="11689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"/>
          <p:cNvSpPr txBox="1"/>
          <p:nvPr>
            <p:ph type="title"/>
          </p:nvPr>
        </p:nvSpPr>
        <p:spPr>
          <a:xfrm>
            <a:off x="1239925" y="1679300"/>
            <a:ext cx="2952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Multiple data source</a:t>
            </a:r>
            <a:endParaRPr/>
          </a:p>
        </p:txBody>
      </p:sp>
      <p:sp>
        <p:nvSpPr>
          <p:cNvPr id="1175" name="Google Shape;1175;p5"/>
          <p:cNvSpPr txBox="1"/>
          <p:nvPr>
            <p:ph idx="2" type="title"/>
          </p:nvPr>
        </p:nvSpPr>
        <p:spPr>
          <a:xfrm>
            <a:off x="5220150" y="1679300"/>
            <a:ext cx="370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Inconsistency in data points</a:t>
            </a:r>
            <a:endParaRPr/>
          </a:p>
        </p:txBody>
      </p:sp>
      <p:sp>
        <p:nvSpPr>
          <p:cNvPr id="1176" name="Google Shape;1176;p5"/>
          <p:cNvSpPr txBox="1"/>
          <p:nvPr>
            <p:ph idx="1" type="subTitle"/>
          </p:nvPr>
        </p:nvSpPr>
        <p:spPr>
          <a:xfrm>
            <a:off x="1239925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Depending on who publishes the data the labels can differ, making difficult to gather statistics</a:t>
            </a:r>
            <a:endParaRPr/>
          </a:p>
        </p:txBody>
      </p:sp>
      <p:sp>
        <p:nvSpPr>
          <p:cNvPr id="1177" name="Google Shape;1177;p5"/>
          <p:cNvSpPr txBox="1"/>
          <p:nvPr>
            <p:ph idx="3" type="subTitle"/>
          </p:nvPr>
        </p:nvSpPr>
        <p:spPr>
          <a:xfrm>
            <a:off x="5220136" y="2036328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E.g in cargo weight it can be in kg, tons or number of containers</a:t>
            </a:r>
            <a:endParaRPr/>
          </a:p>
        </p:txBody>
      </p:sp>
      <p:sp>
        <p:nvSpPr>
          <p:cNvPr id="1178" name="Google Shape;1178;p5"/>
          <p:cNvSpPr txBox="1"/>
          <p:nvPr>
            <p:ph idx="4" type="title"/>
          </p:nvPr>
        </p:nvSpPr>
        <p:spPr>
          <a:xfrm>
            <a:off x="1239925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Missing data</a:t>
            </a:r>
            <a:endParaRPr/>
          </a:p>
        </p:txBody>
      </p:sp>
      <p:sp>
        <p:nvSpPr>
          <p:cNvPr id="1179" name="Google Shape;1179;p5"/>
          <p:cNvSpPr txBox="1"/>
          <p:nvPr>
            <p:ph idx="5" type="title"/>
          </p:nvPr>
        </p:nvSpPr>
        <p:spPr>
          <a:xfrm>
            <a:off x="5220149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Duplicated data</a:t>
            </a:r>
            <a:endParaRPr/>
          </a:p>
        </p:txBody>
      </p:sp>
      <p:sp>
        <p:nvSpPr>
          <p:cNvPr id="1180" name="Google Shape;1180;p5"/>
          <p:cNvSpPr txBox="1"/>
          <p:nvPr>
            <p:ph idx="6" type="subTitle"/>
          </p:nvPr>
        </p:nvSpPr>
        <p:spPr>
          <a:xfrm>
            <a:off x="1239925" y="3258453"/>
            <a:ext cx="2281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some rows, there are important fields missing</a:t>
            </a:r>
            <a:endParaRPr/>
          </a:p>
        </p:txBody>
      </p:sp>
      <p:sp>
        <p:nvSpPr>
          <p:cNvPr id="1181" name="Google Shape;1181;p5"/>
          <p:cNvSpPr txBox="1"/>
          <p:nvPr>
            <p:ph idx="7" type="subTitle"/>
          </p:nvPr>
        </p:nvSpPr>
        <p:spPr>
          <a:xfrm>
            <a:off x="5220125" y="3258450"/>
            <a:ext cx="30063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large-scale database may contain duplicate data that leads to system overload and reduces operational efficiency</a:t>
            </a:r>
            <a:endParaRPr/>
          </a:p>
        </p:txBody>
      </p:sp>
      <p:grpSp>
        <p:nvGrpSpPr>
          <p:cNvPr id="1182" name="Google Shape;1182;p5"/>
          <p:cNvGrpSpPr/>
          <p:nvPr/>
        </p:nvGrpSpPr>
        <p:grpSpPr>
          <a:xfrm>
            <a:off x="1791363" y="3483996"/>
            <a:ext cx="2952006" cy="1315103"/>
            <a:chOff x="5509623" y="3363149"/>
            <a:chExt cx="3088519" cy="1436016"/>
          </a:xfrm>
        </p:grpSpPr>
        <p:grpSp>
          <p:nvGrpSpPr>
            <p:cNvPr id="1183" name="Google Shape;1183;p5"/>
            <p:cNvGrpSpPr/>
            <p:nvPr/>
          </p:nvGrpSpPr>
          <p:grpSpPr>
            <a:xfrm>
              <a:off x="5509623" y="4036950"/>
              <a:ext cx="3088519" cy="762215"/>
              <a:chOff x="5552648" y="3979701"/>
              <a:chExt cx="3088519" cy="762215"/>
            </a:xfrm>
          </p:grpSpPr>
          <p:grpSp>
            <p:nvGrpSpPr>
              <p:cNvPr id="1184" name="Google Shape;1184;p5"/>
              <p:cNvGrpSpPr/>
              <p:nvPr/>
            </p:nvGrpSpPr>
            <p:grpSpPr>
              <a:xfrm flipH="1">
                <a:off x="5552648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185" name="Google Shape;1185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6" name="Google Shape;1186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7" name="Google Shape;1187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8" name="Google Shape;1188;p5"/>
              <p:cNvGrpSpPr/>
              <p:nvPr/>
            </p:nvGrpSpPr>
            <p:grpSpPr>
              <a:xfrm flipH="1">
                <a:off x="6068137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189" name="Google Shape;1189;p5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0" name="Google Shape;1190;p5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1" name="Google Shape;1191;p5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2" name="Google Shape;1192;p5"/>
              <p:cNvGrpSpPr/>
              <p:nvPr/>
            </p:nvGrpSpPr>
            <p:grpSpPr>
              <a:xfrm flipH="1">
                <a:off x="6582045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193" name="Google Shape;1193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4" name="Google Shape;1194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5" name="Google Shape;1195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6" name="Google Shape;1196;p5"/>
              <p:cNvGrpSpPr/>
              <p:nvPr/>
            </p:nvGrpSpPr>
            <p:grpSpPr>
              <a:xfrm flipH="1">
                <a:off x="7096281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197" name="Google Shape;1197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8" name="Google Shape;1198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9" name="Google Shape;1199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0" name="Google Shape;1200;p5"/>
              <p:cNvGrpSpPr/>
              <p:nvPr/>
            </p:nvGrpSpPr>
            <p:grpSpPr>
              <a:xfrm flipH="1">
                <a:off x="7611770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201" name="Google Shape;1201;p5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2" name="Google Shape;1202;p5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3" name="Google Shape;1203;p5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4" name="Google Shape;1204;p5"/>
              <p:cNvGrpSpPr/>
              <p:nvPr/>
            </p:nvGrpSpPr>
            <p:grpSpPr>
              <a:xfrm flipH="1">
                <a:off x="8125678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205" name="Google Shape;1205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6" name="Google Shape;1206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7" name="Google Shape;1207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8" name="Google Shape;1208;p5"/>
              <p:cNvGrpSpPr/>
              <p:nvPr/>
            </p:nvGrpSpPr>
            <p:grpSpPr>
              <a:xfrm flipH="1">
                <a:off x="6580792" y="4233770"/>
                <a:ext cx="515489" cy="254076"/>
                <a:chOff x="6398068" y="419971"/>
                <a:chExt cx="627651" cy="309358"/>
              </a:xfrm>
            </p:grpSpPr>
            <p:sp>
              <p:nvSpPr>
                <p:cNvPr id="1209" name="Google Shape;1209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0" name="Google Shape;1210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1" name="Google Shape;1211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2" name="Google Shape;1212;p5"/>
              <p:cNvGrpSpPr/>
              <p:nvPr/>
            </p:nvGrpSpPr>
            <p:grpSpPr>
              <a:xfrm flipH="1">
                <a:off x="7096281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213" name="Google Shape;1213;p5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4" name="Google Shape;1214;p5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5" name="Google Shape;1215;p5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6" name="Google Shape;1216;p5"/>
              <p:cNvGrpSpPr/>
              <p:nvPr/>
            </p:nvGrpSpPr>
            <p:grpSpPr>
              <a:xfrm flipH="1">
                <a:off x="7096281" y="3979701"/>
                <a:ext cx="515489" cy="254076"/>
                <a:chOff x="6398068" y="419971"/>
                <a:chExt cx="627651" cy="309358"/>
              </a:xfrm>
            </p:grpSpPr>
            <p:sp>
              <p:nvSpPr>
                <p:cNvPr id="1217" name="Google Shape;1217;p5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5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5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20" name="Google Shape;1220;p5"/>
              <p:cNvGrpSpPr/>
              <p:nvPr/>
            </p:nvGrpSpPr>
            <p:grpSpPr>
              <a:xfrm flipH="1">
                <a:off x="7611770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221" name="Google Shape;1221;p5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Google Shape;1222;p5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3" name="Google Shape;1223;p5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24" name="Google Shape;1224;p5"/>
            <p:cNvGrpSpPr/>
            <p:nvPr/>
          </p:nvGrpSpPr>
          <p:grpSpPr>
            <a:xfrm>
              <a:off x="7758575" y="3363149"/>
              <a:ext cx="774998" cy="616553"/>
              <a:chOff x="6820850" y="3048799"/>
              <a:chExt cx="774998" cy="616553"/>
            </a:xfrm>
          </p:grpSpPr>
          <p:sp>
            <p:nvSpPr>
              <p:cNvPr id="1225" name="Google Shape;1225;p5"/>
              <p:cNvSpPr/>
              <p:nvPr/>
            </p:nvSpPr>
            <p:spPr>
              <a:xfrm>
                <a:off x="6820850" y="3221823"/>
                <a:ext cx="299145" cy="177258"/>
              </a:xfrm>
              <a:custGeom>
                <a:rect b="b" l="l" r="r" t="t"/>
                <a:pathLst>
                  <a:path extrusionOk="0" h="2370" w="3999">
                    <a:moveTo>
                      <a:pt x="1983" y="0"/>
                    </a:moveTo>
                    <a:cubicBezTo>
                      <a:pt x="1533" y="0"/>
                      <a:pt x="1176" y="357"/>
                      <a:pt x="1146" y="789"/>
                    </a:cubicBezTo>
                    <a:cubicBezTo>
                      <a:pt x="1053" y="744"/>
                      <a:pt x="945" y="714"/>
                      <a:pt x="837" y="714"/>
                    </a:cubicBezTo>
                    <a:cubicBezTo>
                      <a:pt x="372" y="714"/>
                      <a:pt x="0" y="1086"/>
                      <a:pt x="0" y="1551"/>
                    </a:cubicBezTo>
                    <a:cubicBezTo>
                      <a:pt x="0" y="1998"/>
                      <a:pt x="372" y="2370"/>
                      <a:pt x="837" y="2370"/>
                    </a:cubicBezTo>
                    <a:lnTo>
                      <a:pt x="3240" y="2370"/>
                    </a:lnTo>
                    <a:cubicBezTo>
                      <a:pt x="3672" y="2340"/>
                      <a:pt x="3999" y="1983"/>
                      <a:pt x="3999" y="1551"/>
                    </a:cubicBezTo>
                    <a:cubicBezTo>
                      <a:pt x="3999" y="1086"/>
                      <a:pt x="3627" y="714"/>
                      <a:pt x="3177" y="714"/>
                    </a:cubicBezTo>
                    <a:cubicBezTo>
                      <a:pt x="3035" y="714"/>
                      <a:pt x="2913" y="744"/>
                      <a:pt x="2805" y="807"/>
                    </a:cubicBezTo>
                    <a:cubicBezTo>
                      <a:pt x="2790" y="357"/>
                      <a:pt x="2433" y="0"/>
                      <a:pt x="1983" y="0"/>
                    </a:cubicBezTo>
                    <a:close/>
                  </a:path>
                </a:pathLst>
              </a:custGeom>
              <a:solidFill>
                <a:srgbClr val="5BC6C6">
                  <a:alpha val="6823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5"/>
              <p:cNvSpPr/>
              <p:nvPr/>
            </p:nvSpPr>
            <p:spPr>
              <a:xfrm>
                <a:off x="7166767" y="3048799"/>
                <a:ext cx="429081" cy="253771"/>
              </a:xfrm>
              <a:custGeom>
                <a:rect b="b" l="l" r="r" t="t"/>
                <a:pathLst>
                  <a:path extrusionOk="0" h="3393" w="5736">
                    <a:moveTo>
                      <a:pt x="2835" y="1"/>
                    </a:moveTo>
                    <a:cubicBezTo>
                      <a:pt x="2202" y="1"/>
                      <a:pt x="1689" y="495"/>
                      <a:pt x="1659" y="1116"/>
                    </a:cubicBezTo>
                    <a:cubicBezTo>
                      <a:pt x="1503" y="1053"/>
                      <a:pt x="1347" y="1023"/>
                      <a:pt x="1194" y="1023"/>
                    </a:cubicBezTo>
                    <a:cubicBezTo>
                      <a:pt x="543" y="1023"/>
                      <a:pt x="0" y="1548"/>
                      <a:pt x="0" y="2199"/>
                    </a:cubicBezTo>
                    <a:cubicBezTo>
                      <a:pt x="0" y="2850"/>
                      <a:pt x="543" y="3393"/>
                      <a:pt x="1194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52" y="3333"/>
                      <a:pt x="5736" y="2820"/>
                      <a:pt x="5736" y="2199"/>
                    </a:cubicBezTo>
                    <a:cubicBezTo>
                      <a:pt x="5736" y="1548"/>
                      <a:pt x="5193" y="1023"/>
                      <a:pt x="4542" y="1023"/>
                    </a:cubicBezTo>
                    <a:cubicBezTo>
                      <a:pt x="4356" y="1023"/>
                      <a:pt x="4170" y="1068"/>
                      <a:pt x="4014" y="1146"/>
                    </a:cubicBezTo>
                    <a:cubicBezTo>
                      <a:pt x="3999" y="510"/>
                      <a:pt x="3471" y="1"/>
                      <a:pt x="2835" y="1"/>
                    </a:cubicBezTo>
                    <a:close/>
                  </a:path>
                </a:pathLst>
              </a:custGeom>
              <a:solidFill>
                <a:srgbClr val="5BC6C6">
                  <a:alpha val="6823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5"/>
              <p:cNvSpPr/>
              <p:nvPr/>
            </p:nvSpPr>
            <p:spPr>
              <a:xfrm>
                <a:off x="7026722" y="3411581"/>
                <a:ext cx="428034" cy="253771"/>
              </a:xfrm>
              <a:custGeom>
                <a:rect b="b" l="l" r="r" t="t"/>
                <a:pathLst>
                  <a:path extrusionOk="0" h="3393" w="5722">
                    <a:moveTo>
                      <a:pt x="2824" y="1"/>
                    </a:moveTo>
                    <a:cubicBezTo>
                      <a:pt x="2188" y="1"/>
                      <a:pt x="1674" y="495"/>
                      <a:pt x="1644" y="1116"/>
                    </a:cubicBezTo>
                    <a:cubicBezTo>
                      <a:pt x="1503" y="1053"/>
                      <a:pt x="1336" y="1023"/>
                      <a:pt x="1179" y="1023"/>
                    </a:cubicBezTo>
                    <a:cubicBezTo>
                      <a:pt x="529" y="1023"/>
                      <a:pt x="0" y="1548"/>
                      <a:pt x="0" y="2199"/>
                    </a:cubicBezTo>
                    <a:cubicBezTo>
                      <a:pt x="0" y="2850"/>
                      <a:pt x="529" y="3393"/>
                      <a:pt x="1179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41" y="3333"/>
                      <a:pt x="5721" y="2820"/>
                      <a:pt x="5721" y="2199"/>
                    </a:cubicBezTo>
                    <a:cubicBezTo>
                      <a:pt x="5721" y="1548"/>
                      <a:pt x="5193" y="1023"/>
                      <a:pt x="4527" y="1023"/>
                    </a:cubicBezTo>
                    <a:cubicBezTo>
                      <a:pt x="4341" y="1023"/>
                      <a:pt x="4155" y="1068"/>
                      <a:pt x="3999" y="1146"/>
                    </a:cubicBezTo>
                    <a:cubicBezTo>
                      <a:pt x="3984" y="510"/>
                      <a:pt x="3456" y="1"/>
                      <a:pt x="2824" y="1"/>
                    </a:cubicBezTo>
                    <a:close/>
                  </a:path>
                </a:pathLst>
              </a:custGeom>
              <a:solidFill>
                <a:srgbClr val="5BC6C6">
                  <a:alpha val="6823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28" name="Google Shape;1228;p5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9" name="Google Shape;1229;p5"/>
          <p:cNvGrpSpPr/>
          <p:nvPr/>
        </p:nvGrpSpPr>
        <p:grpSpPr>
          <a:xfrm>
            <a:off x="867721" y="1743481"/>
            <a:ext cx="276416" cy="314738"/>
            <a:chOff x="5659199" y="3476918"/>
            <a:chExt cx="276416" cy="314738"/>
          </a:xfrm>
        </p:grpSpPr>
        <p:sp>
          <p:nvSpPr>
            <p:cNvPr id="1230" name="Google Shape;1230;p5"/>
            <p:cNvSpPr/>
            <p:nvPr/>
          </p:nvSpPr>
          <p:spPr>
            <a:xfrm>
              <a:off x="5714608" y="3532038"/>
              <a:ext cx="18194" cy="18495"/>
            </a:xfrm>
            <a:custGeom>
              <a:rect b="b" l="l" r="r" t="t"/>
              <a:pathLst>
                <a:path extrusionOk="0" h="1118" w="1100">
                  <a:moveTo>
                    <a:pt x="541" y="1"/>
                  </a:moveTo>
                  <a:cubicBezTo>
                    <a:pt x="242" y="1"/>
                    <a:pt x="1" y="264"/>
                    <a:pt x="1" y="559"/>
                  </a:cubicBezTo>
                  <a:cubicBezTo>
                    <a:pt x="1" y="876"/>
                    <a:pt x="242" y="1117"/>
                    <a:pt x="541" y="1117"/>
                  </a:cubicBezTo>
                  <a:cubicBezTo>
                    <a:pt x="854" y="1117"/>
                    <a:pt x="1100" y="876"/>
                    <a:pt x="1100" y="559"/>
                  </a:cubicBezTo>
                  <a:cubicBezTo>
                    <a:pt x="1100" y="264"/>
                    <a:pt x="854" y="1"/>
                    <a:pt x="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5"/>
            <p:cNvSpPr/>
            <p:nvPr/>
          </p:nvSpPr>
          <p:spPr>
            <a:xfrm>
              <a:off x="5862079" y="3643849"/>
              <a:ext cx="18492" cy="18478"/>
            </a:xfrm>
            <a:custGeom>
              <a:rect b="b" l="l" r="r" t="t"/>
              <a:pathLst>
                <a:path extrusionOk="0" h="1117" w="1118">
                  <a:moveTo>
                    <a:pt x="559" y="0"/>
                  </a:moveTo>
                  <a:cubicBezTo>
                    <a:pt x="242" y="0"/>
                    <a:pt x="1" y="259"/>
                    <a:pt x="1" y="559"/>
                  </a:cubicBezTo>
                  <a:cubicBezTo>
                    <a:pt x="1" y="876"/>
                    <a:pt x="242" y="1117"/>
                    <a:pt x="559" y="1117"/>
                  </a:cubicBezTo>
                  <a:cubicBezTo>
                    <a:pt x="854" y="1117"/>
                    <a:pt x="1118" y="876"/>
                    <a:pt x="1118" y="559"/>
                  </a:cubicBezTo>
                  <a:cubicBezTo>
                    <a:pt x="1118" y="259"/>
                    <a:pt x="854" y="0"/>
                    <a:pt x="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5"/>
            <p:cNvSpPr/>
            <p:nvPr/>
          </p:nvSpPr>
          <p:spPr>
            <a:xfrm>
              <a:off x="5659199" y="3476918"/>
              <a:ext cx="276416" cy="314738"/>
            </a:xfrm>
            <a:custGeom>
              <a:rect b="b" l="l" r="r" t="t"/>
              <a:pathLst>
                <a:path extrusionOk="0" h="19026" w="16712">
                  <a:moveTo>
                    <a:pt x="3891" y="2216"/>
                  </a:moveTo>
                  <a:cubicBezTo>
                    <a:pt x="4820" y="2216"/>
                    <a:pt x="5566" y="2980"/>
                    <a:pt x="5566" y="3891"/>
                  </a:cubicBezTo>
                  <a:cubicBezTo>
                    <a:pt x="5566" y="4825"/>
                    <a:pt x="4820" y="5566"/>
                    <a:pt x="3891" y="5566"/>
                  </a:cubicBezTo>
                  <a:cubicBezTo>
                    <a:pt x="2976" y="5566"/>
                    <a:pt x="2234" y="4825"/>
                    <a:pt x="2234" y="3891"/>
                  </a:cubicBezTo>
                  <a:cubicBezTo>
                    <a:pt x="2234" y="2980"/>
                    <a:pt x="2976" y="2216"/>
                    <a:pt x="3891" y="2216"/>
                  </a:cubicBezTo>
                  <a:close/>
                  <a:moveTo>
                    <a:pt x="12825" y="8992"/>
                  </a:moveTo>
                  <a:cubicBezTo>
                    <a:pt x="13737" y="8992"/>
                    <a:pt x="14478" y="9738"/>
                    <a:pt x="14478" y="10650"/>
                  </a:cubicBezTo>
                  <a:cubicBezTo>
                    <a:pt x="14478" y="11579"/>
                    <a:pt x="13737" y="12325"/>
                    <a:pt x="12825" y="12325"/>
                  </a:cubicBezTo>
                  <a:cubicBezTo>
                    <a:pt x="11892" y="12325"/>
                    <a:pt x="11150" y="11579"/>
                    <a:pt x="11150" y="10650"/>
                  </a:cubicBezTo>
                  <a:cubicBezTo>
                    <a:pt x="11150" y="9738"/>
                    <a:pt x="11892" y="8992"/>
                    <a:pt x="12825" y="8992"/>
                  </a:cubicBezTo>
                  <a:close/>
                  <a:moveTo>
                    <a:pt x="3923" y="0"/>
                  </a:moveTo>
                  <a:cubicBezTo>
                    <a:pt x="3913" y="0"/>
                    <a:pt x="3902" y="0"/>
                    <a:pt x="3891" y="0"/>
                  </a:cubicBezTo>
                  <a:cubicBezTo>
                    <a:pt x="1711" y="0"/>
                    <a:pt x="1" y="1751"/>
                    <a:pt x="1" y="3891"/>
                  </a:cubicBezTo>
                  <a:cubicBezTo>
                    <a:pt x="1" y="4749"/>
                    <a:pt x="260" y="5584"/>
                    <a:pt x="782" y="6276"/>
                  </a:cubicBezTo>
                  <a:lnTo>
                    <a:pt x="3351" y="9738"/>
                  </a:lnTo>
                  <a:lnTo>
                    <a:pt x="3351" y="10650"/>
                  </a:lnTo>
                  <a:cubicBezTo>
                    <a:pt x="3351" y="10967"/>
                    <a:pt x="3087" y="11208"/>
                    <a:pt x="2792" y="11208"/>
                  </a:cubicBezTo>
                  <a:lnTo>
                    <a:pt x="1676" y="11208"/>
                  </a:lnTo>
                  <a:cubicBezTo>
                    <a:pt x="742" y="11208"/>
                    <a:pt x="1" y="11972"/>
                    <a:pt x="1" y="12883"/>
                  </a:cubicBezTo>
                  <a:cubicBezTo>
                    <a:pt x="1" y="13812"/>
                    <a:pt x="742" y="14558"/>
                    <a:pt x="1676" y="14558"/>
                  </a:cubicBezTo>
                  <a:lnTo>
                    <a:pt x="6125" y="14558"/>
                  </a:lnTo>
                  <a:cubicBezTo>
                    <a:pt x="6437" y="14558"/>
                    <a:pt x="6683" y="14799"/>
                    <a:pt x="6683" y="15117"/>
                  </a:cubicBezTo>
                  <a:cubicBezTo>
                    <a:pt x="6683" y="15411"/>
                    <a:pt x="6437" y="15675"/>
                    <a:pt x="6125" y="15675"/>
                  </a:cubicBezTo>
                  <a:lnTo>
                    <a:pt x="3891" y="15675"/>
                  </a:lnTo>
                  <a:cubicBezTo>
                    <a:pt x="2976" y="15675"/>
                    <a:pt x="2234" y="16416"/>
                    <a:pt x="2234" y="17350"/>
                  </a:cubicBezTo>
                  <a:cubicBezTo>
                    <a:pt x="2234" y="18261"/>
                    <a:pt x="2976" y="19025"/>
                    <a:pt x="3891" y="19025"/>
                  </a:cubicBezTo>
                  <a:lnTo>
                    <a:pt x="11709" y="19025"/>
                  </a:lnTo>
                  <a:cubicBezTo>
                    <a:pt x="12620" y="19025"/>
                    <a:pt x="13384" y="18261"/>
                    <a:pt x="13384" y="17350"/>
                  </a:cubicBezTo>
                  <a:lnTo>
                    <a:pt x="13384" y="16416"/>
                  </a:lnTo>
                  <a:lnTo>
                    <a:pt x="15930" y="12995"/>
                  </a:lnTo>
                  <a:cubicBezTo>
                    <a:pt x="16453" y="12325"/>
                    <a:pt x="16712" y="11503"/>
                    <a:pt x="16712" y="10650"/>
                  </a:cubicBezTo>
                  <a:cubicBezTo>
                    <a:pt x="16712" y="8488"/>
                    <a:pt x="14965" y="6759"/>
                    <a:pt x="12825" y="6759"/>
                  </a:cubicBezTo>
                  <a:cubicBezTo>
                    <a:pt x="10645" y="6759"/>
                    <a:pt x="8917" y="8528"/>
                    <a:pt x="8917" y="10650"/>
                  </a:cubicBezTo>
                  <a:cubicBezTo>
                    <a:pt x="8917" y="11503"/>
                    <a:pt x="9176" y="12307"/>
                    <a:pt x="9698" y="12995"/>
                  </a:cubicBezTo>
                  <a:lnTo>
                    <a:pt x="12267" y="16416"/>
                  </a:lnTo>
                  <a:lnTo>
                    <a:pt x="12267" y="17350"/>
                  </a:lnTo>
                  <a:cubicBezTo>
                    <a:pt x="12267" y="17645"/>
                    <a:pt x="12003" y="17908"/>
                    <a:pt x="11709" y="17908"/>
                  </a:cubicBezTo>
                  <a:lnTo>
                    <a:pt x="3891" y="17908"/>
                  </a:lnTo>
                  <a:cubicBezTo>
                    <a:pt x="3592" y="17908"/>
                    <a:pt x="3351" y="17645"/>
                    <a:pt x="3351" y="17350"/>
                  </a:cubicBezTo>
                  <a:cubicBezTo>
                    <a:pt x="3351" y="17033"/>
                    <a:pt x="3592" y="16792"/>
                    <a:pt x="3891" y="16792"/>
                  </a:cubicBezTo>
                  <a:lnTo>
                    <a:pt x="6125" y="16792"/>
                  </a:lnTo>
                  <a:cubicBezTo>
                    <a:pt x="7054" y="16792"/>
                    <a:pt x="7800" y="16046"/>
                    <a:pt x="7800" y="15117"/>
                  </a:cubicBezTo>
                  <a:cubicBezTo>
                    <a:pt x="7800" y="14183"/>
                    <a:pt x="7054" y="13441"/>
                    <a:pt x="6125" y="13441"/>
                  </a:cubicBezTo>
                  <a:lnTo>
                    <a:pt x="1676" y="13441"/>
                  </a:lnTo>
                  <a:cubicBezTo>
                    <a:pt x="1358" y="13441"/>
                    <a:pt x="1117" y="13200"/>
                    <a:pt x="1117" y="12883"/>
                  </a:cubicBezTo>
                  <a:cubicBezTo>
                    <a:pt x="1117" y="12584"/>
                    <a:pt x="1358" y="12325"/>
                    <a:pt x="1676" y="12325"/>
                  </a:cubicBezTo>
                  <a:lnTo>
                    <a:pt x="2792" y="12325"/>
                  </a:lnTo>
                  <a:cubicBezTo>
                    <a:pt x="3704" y="12325"/>
                    <a:pt x="4450" y="11579"/>
                    <a:pt x="4450" y="10650"/>
                  </a:cubicBezTo>
                  <a:lnTo>
                    <a:pt x="4450" y="9738"/>
                  </a:lnTo>
                  <a:lnTo>
                    <a:pt x="7018" y="6276"/>
                  </a:lnTo>
                  <a:cubicBezTo>
                    <a:pt x="7554" y="5566"/>
                    <a:pt x="7800" y="4731"/>
                    <a:pt x="7800" y="3949"/>
                  </a:cubicBezTo>
                  <a:cubicBezTo>
                    <a:pt x="7818" y="1855"/>
                    <a:pt x="6159" y="0"/>
                    <a:pt x="3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3" name="Google Shape;1233;p5"/>
          <p:cNvGrpSpPr/>
          <p:nvPr/>
        </p:nvGrpSpPr>
        <p:grpSpPr>
          <a:xfrm>
            <a:off x="4805386" y="2965501"/>
            <a:ext cx="314690" cy="314737"/>
            <a:chOff x="4169772" y="2782001"/>
            <a:chExt cx="314690" cy="314737"/>
          </a:xfrm>
        </p:grpSpPr>
        <p:sp>
          <p:nvSpPr>
            <p:cNvPr id="1234" name="Google Shape;1234;p5"/>
            <p:cNvSpPr/>
            <p:nvPr/>
          </p:nvSpPr>
          <p:spPr>
            <a:xfrm>
              <a:off x="4225181" y="2782001"/>
              <a:ext cx="18492" cy="18495"/>
            </a:xfrm>
            <a:custGeom>
              <a:rect b="b" l="l" r="r" t="t"/>
              <a:pathLst>
                <a:path extrusionOk="0" h="1118" w="1118">
                  <a:moveTo>
                    <a:pt x="559" y="1"/>
                  </a:moveTo>
                  <a:cubicBezTo>
                    <a:pt x="246" y="1"/>
                    <a:pt x="0" y="242"/>
                    <a:pt x="0" y="559"/>
                  </a:cubicBezTo>
                  <a:lnTo>
                    <a:pt x="0" y="1117"/>
                  </a:lnTo>
                  <a:lnTo>
                    <a:pt x="1117" y="1117"/>
                  </a:lnTo>
                  <a:lnTo>
                    <a:pt x="1117" y="559"/>
                  </a:lnTo>
                  <a:cubicBezTo>
                    <a:pt x="1117" y="242"/>
                    <a:pt x="858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5"/>
            <p:cNvSpPr/>
            <p:nvPr/>
          </p:nvSpPr>
          <p:spPr>
            <a:xfrm>
              <a:off x="4317904" y="2782001"/>
              <a:ext cx="18492" cy="18495"/>
            </a:xfrm>
            <a:custGeom>
              <a:rect b="b" l="l" r="r" t="t"/>
              <a:pathLst>
                <a:path extrusionOk="0" h="1118" w="1118">
                  <a:moveTo>
                    <a:pt x="559" y="1"/>
                  </a:moveTo>
                  <a:cubicBezTo>
                    <a:pt x="242" y="1"/>
                    <a:pt x="0" y="242"/>
                    <a:pt x="0" y="559"/>
                  </a:cubicBezTo>
                  <a:lnTo>
                    <a:pt x="0" y="1117"/>
                  </a:lnTo>
                  <a:lnTo>
                    <a:pt x="1117" y="1117"/>
                  </a:lnTo>
                  <a:lnTo>
                    <a:pt x="1117" y="559"/>
                  </a:lnTo>
                  <a:cubicBezTo>
                    <a:pt x="1117" y="242"/>
                    <a:pt x="872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5"/>
            <p:cNvSpPr/>
            <p:nvPr/>
          </p:nvSpPr>
          <p:spPr>
            <a:xfrm>
              <a:off x="4410264" y="2782001"/>
              <a:ext cx="18111" cy="18495"/>
            </a:xfrm>
            <a:custGeom>
              <a:rect b="b" l="l" r="r" t="t"/>
              <a:pathLst>
                <a:path extrusionOk="0" h="1118" w="1095">
                  <a:moveTo>
                    <a:pt x="536" y="1"/>
                  </a:moveTo>
                  <a:cubicBezTo>
                    <a:pt x="241" y="1"/>
                    <a:pt x="0" y="242"/>
                    <a:pt x="0" y="559"/>
                  </a:cubicBezTo>
                  <a:lnTo>
                    <a:pt x="0" y="1117"/>
                  </a:lnTo>
                  <a:lnTo>
                    <a:pt x="1095" y="1117"/>
                  </a:lnTo>
                  <a:lnTo>
                    <a:pt x="1095" y="559"/>
                  </a:lnTo>
                  <a:cubicBezTo>
                    <a:pt x="1095" y="242"/>
                    <a:pt x="853" y="1"/>
                    <a:pt x="5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5"/>
            <p:cNvSpPr/>
            <p:nvPr/>
          </p:nvSpPr>
          <p:spPr>
            <a:xfrm>
              <a:off x="4169772" y="2800479"/>
              <a:ext cx="314690" cy="92671"/>
            </a:xfrm>
            <a:custGeom>
              <a:rect b="b" l="l" r="r" t="t"/>
              <a:pathLst>
                <a:path extrusionOk="0" h="5602" w="19026">
                  <a:moveTo>
                    <a:pt x="1675" y="0"/>
                  </a:moveTo>
                  <a:cubicBezTo>
                    <a:pt x="746" y="0"/>
                    <a:pt x="0" y="746"/>
                    <a:pt x="0" y="1658"/>
                  </a:cubicBezTo>
                  <a:lnTo>
                    <a:pt x="0" y="5602"/>
                  </a:lnTo>
                  <a:lnTo>
                    <a:pt x="19025" y="5602"/>
                  </a:lnTo>
                  <a:lnTo>
                    <a:pt x="19025" y="1658"/>
                  </a:lnTo>
                  <a:cubicBezTo>
                    <a:pt x="19025" y="746"/>
                    <a:pt x="18279" y="0"/>
                    <a:pt x="17350" y="0"/>
                  </a:cubicBezTo>
                  <a:lnTo>
                    <a:pt x="15635" y="0"/>
                  </a:lnTo>
                  <a:lnTo>
                    <a:pt x="15635" y="2774"/>
                  </a:lnTo>
                  <a:lnTo>
                    <a:pt x="15635" y="2886"/>
                  </a:lnTo>
                  <a:cubicBezTo>
                    <a:pt x="15581" y="3444"/>
                    <a:pt x="15116" y="3891"/>
                    <a:pt x="14540" y="3891"/>
                  </a:cubicBezTo>
                  <a:cubicBezTo>
                    <a:pt x="13924" y="3891"/>
                    <a:pt x="13423" y="3391"/>
                    <a:pt x="13423" y="2774"/>
                  </a:cubicBezTo>
                  <a:cubicBezTo>
                    <a:pt x="13423" y="2162"/>
                    <a:pt x="13924" y="1658"/>
                    <a:pt x="14540" y="1658"/>
                  </a:cubicBezTo>
                  <a:lnTo>
                    <a:pt x="14540" y="0"/>
                  </a:lnTo>
                  <a:lnTo>
                    <a:pt x="10073" y="0"/>
                  </a:lnTo>
                  <a:lnTo>
                    <a:pt x="10073" y="2774"/>
                  </a:lnTo>
                  <a:cubicBezTo>
                    <a:pt x="10073" y="2810"/>
                    <a:pt x="10073" y="2850"/>
                    <a:pt x="10051" y="2886"/>
                  </a:cubicBezTo>
                  <a:cubicBezTo>
                    <a:pt x="9997" y="3444"/>
                    <a:pt x="9533" y="3891"/>
                    <a:pt x="8956" y="3891"/>
                  </a:cubicBezTo>
                  <a:cubicBezTo>
                    <a:pt x="8340" y="3891"/>
                    <a:pt x="7840" y="3391"/>
                    <a:pt x="7840" y="2774"/>
                  </a:cubicBezTo>
                  <a:cubicBezTo>
                    <a:pt x="7840" y="2162"/>
                    <a:pt x="8340" y="1658"/>
                    <a:pt x="8956" y="1658"/>
                  </a:cubicBezTo>
                  <a:lnTo>
                    <a:pt x="8956" y="0"/>
                  </a:lnTo>
                  <a:lnTo>
                    <a:pt x="4467" y="0"/>
                  </a:lnTo>
                  <a:lnTo>
                    <a:pt x="4467" y="2774"/>
                  </a:lnTo>
                  <a:cubicBezTo>
                    <a:pt x="4467" y="2810"/>
                    <a:pt x="4467" y="2850"/>
                    <a:pt x="4449" y="2886"/>
                  </a:cubicBezTo>
                  <a:cubicBezTo>
                    <a:pt x="4396" y="3444"/>
                    <a:pt x="3931" y="3891"/>
                    <a:pt x="3350" y="3891"/>
                  </a:cubicBezTo>
                  <a:cubicBezTo>
                    <a:pt x="2738" y="3891"/>
                    <a:pt x="2234" y="3391"/>
                    <a:pt x="2234" y="2774"/>
                  </a:cubicBezTo>
                  <a:cubicBezTo>
                    <a:pt x="2234" y="2162"/>
                    <a:pt x="2738" y="1658"/>
                    <a:pt x="3350" y="1658"/>
                  </a:cubicBezTo>
                  <a:lnTo>
                    <a:pt x="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5"/>
            <p:cNvSpPr/>
            <p:nvPr/>
          </p:nvSpPr>
          <p:spPr>
            <a:xfrm>
              <a:off x="4169772" y="2911611"/>
              <a:ext cx="314690" cy="185127"/>
            </a:xfrm>
            <a:custGeom>
              <a:rect b="b" l="l" r="r" t="t"/>
              <a:pathLst>
                <a:path extrusionOk="0" h="11191" w="19026">
                  <a:moveTo>
                    <a:pt x="6165" y="2234"/>
                  </a:moveTo>
                  <a:cubicBezTo>
                    <a:pt x="6477" y="2234"/>
                    <a:pt x="6723" y="2480"/>
                    <a:pt x="6723" y="2793"/>
                  </a:cubicBezTo>
                  <a:cubicBezTo>
                    <a:pt x="6723" y="3092"/>
                    <a:pt x="6477" y="3333"/>
                    <a:pt x="6165" y="3333"/>
                  </a:cubicBezTo>
                  <a:lnTo>
                    <a:pt x="3909" y="3333"/>
                  </a:lnTo>
                  <a:cubicBezTo>
                    <a:pt x="3596" y="3333"/>
                    <a:pt x="3350" y="3092"/>
                    <a:pt x="3350" y="2793"/>
                  </a:cubicBezTo>
                  <a:cubicBezTo>
                    <a:pt x="3350" y="2480"/>
                    <a:pt x="3596" y="2234"/>
                    <a:pt x="3909" y="2234"/>
                  </a:cubicBezTo>
                  <a:close/>
                  <a:moveTo>
                    <a:pt x="10632" y="2234"/>
                  </a:moveTo>
                  <a:cubicBezTo>
                    <a:pt x="10944" y="2234"/>
                    <a:pt x="11190" y="2480"/>
                    <a:pt x="11190" y="2793"/>
                  </a:cubicBezTo>
                  <a:cubicBezTo>
                    <a:pt x="11190" y="3092"/>
                    <a:pt x="10944" y="3333"/>
                    <a:pt x="10632" y="3333"/>
                  </a:cubicBezTo>
                  <a:lnTo>
                    <a:pt x="8398" y="3333"/>
                  </a:lnTo>
                  <a:cubicBezTo>
                    <a:pt x="8081" y="3333"/>
                    <a:pt x="7840" y="3092"/>
                    <a:pt x="7840" y="2793"/>
                  </a:cubicBezTo>
                  <a:cubicBezTo>
                    <a:pt x="7840" y="2480"/>
                    <a:pt x="8081" y="2234"/>
                    <a:pt x="8398" y="2234"/>
                  </a:cubicBezTo>
                  <a:close/>
                  <a:moveTo>
                    <a:pt x="15076" y="2234"/>
                  </a:moveTo>
                  <a:cubicBezTo>
                    <a:pt x="15393" y="2234"/>
                    <a:pt x="15635" y="2480"/>
                    <a:pt x="15635" y="2793"/>
                  </a:cubicBezTo>
                  <a:cubicBezTo>
                    <a:pt x="15635" y="3092"/>
                    <a:pt x="15393" y="3333"/>
                    <a:pt x="15076" y="3333"/>
                  </a:cubicBezTo>
                  <a:lnTo>
                    <a:pt x="12865" y="3333"/>
                  </a:lnTo>
                  <a:cubicBezTo>
                    <a:pt x="12548" y="3333"/>
                    <a:pt x="12307" y="3092"/>
                    <a:pt x="12307" y="2793"/>
                  </a:cubicBezTo>
                  <a:cubicBezTo>
                    <a:pt x="12307" y="2480"/>
                    <a:pt x="12548" y="2234"/>
                    <a:pt x="12865" y="2234"/>
                  </a:cubicBezTo>
                  <a:close/>
                  <a:moveTo>
                    <a:pt x="6165" y="4450"/>
                  </a:moveTo>
                  <a:cubicBezTo>
                    <a:pt x="6477" y="4450"/>
                    <a:pt x="6723" y="4713"/>
                    <a:pt x="6723" y="5008"/>
                  </a:cubicBezTo>
                  <a:cubicBezTo>
                    <a:pt x="6723" y="5325"/>
                    <a:pt x="6477" y="5567"/>
                    <a:pt x="6165" y="5567"/>
                  </a:cubicBezTo>
                  <a:lnTo>
                    <a:pt x="3909" y="5567"/>
                  </a:lnTo>
                  <a:cubicBezTo>
                    <a:pt x="3596" y="5567"/>
                    <a:pt x="3350" y="5325"/>
                    <a:pt x="3350" y="5008"/>
                  </a:cubicBezTo>
                  <a:cubicBezTo>
                    <a:pt x="3350" y="4713"/>
                    <a:pt x="3596" y="4450"/>
                    <a:pt x="3909" y="4450"/>
                  </a:cubicBezTo>
                  <a:close/>
                  <a:moveTo>
                    <a:pt x="10632" y="4450"/>
                  </a:moveTo>
                  <a:cubicBezTo>
                    <a:pt x="10944" y="4450"/>
                    <a:pt x="11190" y="4713"/>
                    <a:pt x="11190" y="5008"/>
                  </a:cubicBezTo>
                  <a:cubicBezTo>
                    <a:pt x="11190" y="5325"/>
                    <a:pt x="10944" y="5567"/>
                    <a:pt x="10632" y="5567"/>
                  </a:cubicBezTo>
                  <a:lnTo>
                    <a:pt x="8398" y="5567"/>
                  </a:lnTo>
                  <a:cubicBezTo>
                    <a:pt x="8081" y="5567"/>
                    <a:pt x="7840" y="5325"/>
                    <a:pt x="7840" y="5008"/>
                  </a:cubicBezTo>
                  <a:cubicBezTo>
                    <a:pt x="7840" y="4713"/>
                    <a:pt x="8081" y="4450"/>
                    <a:pt x="8398" y="4450"/>
                  </a:cubicBezTo>
                  <a:close/>
                  <a:moveTo>
                    <a:pt x="15076" y="4450"/>
                  </a:moveTo>
                  <a:cubicBezTo>
                    <a:pt x="15393" y="4450"/>
                    <a:pt x="15635" y="4713"/>
                    <a:pt x="15635" y="5008"/>
                  </a:cubicBezTo>
                  <a:cubicBezTo>
                    <a:pt x="15635" y="5325"/>
                    <a:pt x="15393" y="5567"/>
                    <a:pt x="15076" y="5567"/>
                  </a:cubicBezTo>
                  <a:lnTo>
                    <a:pt x="12865" y="5567"/>
                  </a:lnTo>
                  <a:cubicBezTo>
                    <a:pt x="12548" y="5567"/>
                    <a:pt x="12307" y="5325"/>
                    <a:pt x="12307" y="5008"/>
                  </a:cubicBezTo>
                  <a:cubicBezTo>
                    <a:pt x="12307" y="4713"/>
                    <a:pt x="12548" y="4450"/>
                    <a:pt x="12865" y="4450"/>
                  </a:cubicBezTo>
                  <a:close/>
                  <a:moveTo>
                    <a:pt x="6165" y="6683"/>
                  </a:moveTo>
                  <a:cubicBezTo>
                    <a:pt x="6477" y="6683"/>
                    <a:pt x="6723" y="6925"/>
                    <a:pt x="6723" y="7242"/>
                  </a:cubicBezTo>
                  <a:cubicBezTo>
                    <a:pt x="6723" y="7559"/>
                    <a:pt x="6477" y="7800"/>
                    <a:pt x="6165" y="7800"/>
                  </a:cubicBezTo>
                  <a:lnTo>
                    <a:pt x="3909" y="7800"/>
                  </a:lnTo>
                  <a:cubicBezTo>
                    <a:pt x="3596" y="7800"/>
                    <a:pt x="3350" y="7559"/>
                    <a:pt x="3350" y="7242"/>
                  </a:cubicBezTo>
                  <a:cubicBezTo>
                    <a:pt x="3350" y="6925"/>
                    <a:pt x="3596" y="6683"/>
                    <a:pt x="3909" y="6683"/>
                  </a:cubicBezTo>
                  <a:close/>
                  <a:moveTo>
                    <a:pt x="10632" y="6683"/>
                  </a:moveTo>
                  <a:cubicBezTo>
                    <a:pt x="10944" y="6683"/>
                    <a:pt x="11190" y="6925"/>
                    <a:pt x="11190" y="7242"/>
                  </a:cubicBezTo>
                  <a:cubicBezTo>
                    <a:pt x="11190" y="7559"/>
                    <a:pt x="10944" y="7800"/>
                    <a:pt x="10632" y="7800"/>
                  </a:cubicBezTo>
                  <a:lnTo>
                    <a:pt x="8398" y="7800"/>
                  </a:lnTo>
                  <a:cubicBezTo>
                    <a:pt x="8081" y="7800"/>
                    <a:pt x="7840" y="7559"/>
                    <a:pt x="7840" y="7242"/>
                  </a:cubicBezTo>
                  <a:cubicBezTo>
                    <a:pt x="7840" y="6925"/>
                    <a:pt x="8081" y="6683"/>
                    <a:pt x="8398" y="6683"/>
                  </a:cubicBezTo>
                  <a:close/>
                  <a:moveTo>
                    <a:pt x="15076" y="6683"/>
                  </a:moveTo>
                  <a:cubicBezTo>
                    <a:pt x="15393" y="6683"/>
                    <a:pt x="15635" y="6925"/>
                    <a:pt x="15635" y="7242"/>
                  </a:cubicBezTo>
                  <a:cubicBezTo>
                    <a:pt x="15635" y="7559"/>
                    <a:pt x="15393" y="7800"/>
                    <a:pt x="15076" y="7800"/>
                  </a:cubicBezTo>
                  <a:lnTo>
                    <a:pt x="12865" y="7800"/>
                  </a:lnTo>
                  <a:cubicBezTo>
                    <a:pt x="12548" y="7800"/>
                    <a:pt x="12307" y="7559"/>
                    <a:pt x="12307" y="7242"/>
                  </a:cubicBezTo>
                  <a:cubicBezTo>
                    <a:pt x="12307" y="6925"/>
                    <a:pt x="12548" y="6683"/>
                    <a:pt x="12865" y="6683"/>
                  </a:cubicBezTo>
                  <a:close/>
                  <a:moveTo>
                    <a:pt x="0" y="1"/>
                  </a:moveTo>
                  <a:lnTo>
                    <a:pt x="0" y="10632"/>
                  </a:lnTo>
                  <a:cubicBezTo>
                    <a:pt x="0" y="10927"/>
                    <a:pt x="246" y="11191"/>
                    <a:pt x="558" y="11191"/>
                  </a:cubicBezTo>
                  <a:lnTo>
                    <a:pt x="18467" y="11191"/>
                  </a:lnTo>
                  <a:cubicBezTo>
                    <a:pt x="18784" y="11191"/>
                    <a:pt x="19025" y="10927"/>
                    <a:pt x="19025" y="10632"/>
                  </a:cubicBezTo>
                  <a:lnTo>
                    <a:pt x="190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5"/>
          <p:cNvGrpSpPr/>
          <p:nvPr/>
        </p:nvGrpSpPr>
        <p:grpSpPr>
          <a:xfrm>
            <a:off x="4805437" y="1743496"/>
            <a:ext cx="314624" cy="314705"/>
            <a:chOff x="3189314" y="2782034"/>
            <a:chExt cx="314624" cy="314705"/>
          </a:xfrm>
        </p:grpSpPr>
        <p:sp>
          <p:nvSpPr>
            <p:cNvPr id="1240" name="Google Shape;1240;p5"/>
            <p:cNvSpPr/>
            <p:nvPr/>
          </p:nvSpPr>
          <p:spPr>
            <a:xfrm>
              <a:off x="3189314" y="3041305"/>
              <a:ext cx="314624" cy="55434"/>
            </a:xfrm>
            <a:custGeom>
              <a:rect b="b" l="l" r="r" t="t"/>
              <a:pathLst>
                <a:path extrusionOk="0" h="3351" w="19022">
                  <a:moveTo>
                    <a:pt x="559" y="0"/>
                  </a:moveTo>
                  <a:cubicBezTo>
                    <a:pt x="260" y="0"/>
                    <a:pt x="1" y="242"/>
                    <a:pt x="1" y="559"/>
                  </a:cubicBezTo>
                  <a:lnTo>
                    <a:pt x="1" y="2792"/>
                  </a:lnTo>
                  <a:cubicBezTo>
                    <a:pt x="1" y="3087"/>
                    <a:pt x="260" y="3351"/>
                    <a:pt x="559" y="3351"/>
                  </a:cubicBezTo>
                  <a:lnTo>
                    <a:pt x="18481" y="3351"/>
                  </a:lnTo>
                  <a:cubicBezTo>
                    <a:pt x="18780" y="3351"/>
                    <a:pt x="19021" y="3087"/>
                    <a:pt x="19021" y="2792"/>
                  </a:cubicBezTo>
                  <a:lnTo>
                    <a:pt x="19021" y="559"/>
                  </a:lnTo>
                  <a:cubicBezTo>
                    <a:pt x="19021" y="242"/>
                    <a:pt x="18780" y="0"/>
                    <a:pt x="18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5"/>
            <p:cNvSpPr/>
            <p:nvPr/>
          </p:nvSpPr>
          <p:spPr>
            <a:xfrm>
              <a:off x="3233939" y="2782034"/>
              <a:ext cx="96660" cy="240809"/>
            </a:xfrm>
            <a:custGeom>
              <a:rect b="b" l="l" r="r" t="t"/>
              <a:pathLst>
                <a:path extrusionOk="0" h="14557" w="5844">
                  <a:moveTo>
                    <a:pt x="2916" y="1"/>
                  </a:moveTo>
                  <a:cubicBezTo>
                    <a:pt x="2737" y="1"/>
                    <a:pt x="2561" y="75"/>
                    <a:pt x="2458" y="222"/>
                  </a:cubicBezTo>
                  <a:lnTo>
                    <a:pt x="131" y="3572"/>
                  </a:lnTo>
                  <a:cubicBezTo>
                    <a:pt x="1" y="3742"/>
                    <a:pt x="1" y="3965"/>
                    <a:pt x="95" y="4148"/>
                  </a:cubicBezTo>
                  <a:cubicBezTo>
                    <a:pt x="184" y="4336"/>
                    <a:pt x="372" y="4448"/>
                    <a:pt x="577" y="4448"/>
                  </a:cubicBezTo>
                  <a:lnTo>
                    <a:pt x="1806" y="4448"/>
                  </a:lnTo>
                  <a:lnTo>
                    <a:pt x="1806" y="13998"/>
                  </a:lnTo>
                  <a:cubicBezTo>
                    <a:pt x="1806" y="14311"/>
                    <a:pt x="2047" y="14557"/>
                    <a:pt x="2364" y="14557"/>
                  </a:cubicBezTo>
                  <a:lnTo>
                    <a:pt x="3481" y="14557"/>
                  </a:lnTo>
                  <a:cubicBezTo>
                    <a:pt x="3780" y="14557"/>
                    <a:pt x="4039" y="14311"/>
                    <a:pt x="4039" y="13998"/>
                  </a:cubicBezTo>
                  <a:lnTo>
                    <a:pt x="4039" y="4448"/>
                  </a:lnTo>
                  <a:lnTo>
                    <a:pt x="5250" y="4448"/>
                  </a:lnTo>
                  <a:cubicBezTo>
                    <a:pt x="5473" y="4448"/>
                    <a:pt x="5656" y="4336"/>
                    <a:pt x="5750" y="4148"/>
                  </a:cubicBezTo>
                  <a:cubicBezTo>
                    <a:pt x="5844" y="3965"/>
                    <a:pt x="5826" y="3742"/>
                    <a:pt x="5714" y="3572"/>
                  </a:cubicBezTo>
                  <a:lnTo>
                    <a:pt x="3387" y="222"/>
                  </a:lnTo>
                  <a:cubicBezTo>
                    <a:pt x="3275" y="75"/>
                    <a:pt x="3094" y="1"/>
                    <a:pt x="29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5"/>
            <p:cNvSpPr/>
            <p:nvPr/>
          </p:nvSpPr>
          <p:spPr>
            <a:xfrm>
              <a:off x="3362951" y="2782034"/>
              <a:ext cx="96660" cy="240809"/>
            </a:xfrm>
            <a:custGeom>
              <a:rect b="b" l="l" r="r" t="t"/>
              <a:pathLst>
                <a:path extrusionOk="0" h="14557" w="5844">
                  <a:moveTo>
                    <a:pt x="2929" y="1"/>
                  </a:moveTo>
                  <a:cubicBezTo>
                    <a:pt x="2750" y="1"/>
                    <a:pt x="2569" y="75"/>
                    <a:pt x="2457" y="222"/>
                  </a:cubicBezTo>
                  <a:lnTo>
                    <a:pt x="130" y="3572"/>
                  </a:lnTo>
                  <a:cubicBezTo>
                    <a:pt x="0" y="3742"/>
                    <a:pt x="0" y="3965"/>
                    <a:pt x="90" y="4148"/>
                  </a:cubicBezTo>
                  <a:cubicBezTo>
                    <a:pt x="184" y="4336"/>
                    <a:pt x="371" y="4448"/>
                    <a:pt x="577" y="4448"/>
                  </a:cubicBezTo>
                  <a:lnTo>
                    <a:pt x="1805" y="4448"/>
                  </a:lnTo>
                  <a:lnTo>
                    <a:pt x="1805" y="13998"/>
                  </a:lnTo>
                  <a:cubicBezTo>
                    <a:pt x="1805" y="14311"/>
                    <a:pt x="2064" y="14557"/>
                    <a:pt x="2363" y="14557"/>
                  </a:cubicBezTo>
                  <a:lnTo>
                    <a:pt x="3480" y="14557"/>
                  </a:lnTo>
                  <a:cubicBezTo>
                    <a:pt x="3797" y="14557"/>
                    <a:pt x="4039" y="14311"/>
                    <a:pt x="4039" y="13998"/>
                  </a:cubicBezTo>
                  <a:lnTo>
                    <a:pt x="4039" y="4448"/>
                  </a:lnTo>
                  <a:lnTo>
                    <a:pt x="5267" y="4448"/>
                  </a:lnTo>
                  <a:cubicBezTo>
                    <a:pt x="5472" y="4448"/>
                    <a:pt x="5656" y="4336"/>
                    <a:pt x="5749" y="4148"/>
                  </a:cubicBezTo>
                  <a:cubicBezTo>
                    <a:pt x="5843" y="3965"/>
                    <a:pt x="5843" y="3742"/>
                    <a:pt x="5714" y="3572"/>
                  </a:cubicBezTo>
                  <a:lnTo>
                    <a:pt x="3386" y="222"/>
                  </a:lnTo>
                  <a:cubicBezTo>
                    <a:pt x="3284" y="75"/>
                    <a:pt x="3107" y="1"/>
                    <a:pt x="2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3" name="Google Shape;1243;p5"/>
          <p:cNvSpPr txBox="1"/>
          <p:nvPr>
            <p:ph idx="8" type="title"/>
          </p:nvPr>
        </p:nvSpPr>
        <p:spPr>
          <a:xfrm>
            <a:off x="713150" y="732775"/>
            <a:ext cx="2479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Problems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4" name="Google Shape;1244;p5"/>
          <p:cNvSpPr txBox="1"/>
          <p:nvPr>
            <p:ph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03</a:t>
            </a:r>
            <a:endParaRPr sz="4500">
              <a:solidFill>
                <a:schemeClr val="lt1"/>
              </a:solidFill>
            </a:endParaRPr>
          </a:p>
        </p:txBody>
      </p:sp>
      <p:grpSp>
        <p:nvGrpSpPr>
          <p:cNvPr id="1245" name="Google Shape;1245;p5"/>
          <p:cNvGrpSpPr/>
          <p:nvPr/>
        </p:nvGrpSpPr>
        <p:grpSpPr>
          <a:xfrm>
            <a:off x="848592" y="2965540"/>
            <a:ext cx="314690" cy="314671"/>
            <a:chOff x="4169772" y="4185715"/>
            <a:chExt cx="314690" cy="314671"/>
          </a:xfrm>
        </p:grpSpPr>
        <p:sp>
          <p:nvSpPr>
            <p:cNvPr id="1246" name="Google Shape;1246;p5"/>
            <p:cNvSpPr/>
            <p:nvPr/>
          </p:nvSpPr>
          <p:spPr>
            <a:xfrm>
              <a:off x="4169772" y="4185715"/>
              <a:ext cx="314690" cy="56029"/>
            </a:xfrm>
            <a:custGeom>
              <a:rect b="b" l="l" r="r" t="t"/>
              <a:pathLst>
                <a:path extrusionOk="0" h="3387" w="19026">
                  <a:moveTo>
                    <a:pt x="558" y="1"/>
                  </a:moveTo>
                  <a:cubicBezTo>
                    <a:pt x="246" y="1"/>
                    <a:pt x="0" y="242"/>
                    <a:pt x="0" y="559"/>
                  </a:cubicBezTo>
                  <a:lnTo>
                    <a:pt x="0" y="2828"/>
                  </a:lnTo>
                  <a:cubicBezTo>
                    <a:pt x="0" y="3128"/>
                    <a:pt x="246" y="3387"/>
                    <a:pt x="558" y="3387"/>
                  </a:cubicBezTo>
                  <a:lnTo>
                    <a:pt x="18467" y="3387"/>
                  </a:lnTo>
                  <a:cubicBezTo>
                    <a:pt x="18784" y="3387"/>
                    <a:pt x="19025" y="3128"/>
                    <a:pt x="19025" y="2828"/>
                  </a:cubicBezTo>
                  <a:lnTo>
                    <a:pt x="19025" y="559"/>
                  </a:lnTo>
                  <a:cubicBezTo>
                    <a:pt x="19025" y="242"/>
                    <a:pt x="18784" y="1"/>
                    <a:pt x="18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5"/>
            <p:cNvSpPr/>
            <p:nvPr/>
          </p:nvSpPr>
          <p:spPr>
            <a:xfrm>
              <a:off x="4361570" y="4259908"/>
              <a:ext cx="104417" cy="173961"/>
            </a:xfrm>
            <a:custGeom>
              <a:rect b="b" l="l" r="r" t="t"/>
              <a:pathLst>
                <a:path extrusionOk="0" h="10516" w="6313">
                  <a:moveTo>
                    <a:pt x="0" y="1"/>
                  </a:moveTo>
                  <a:cubicBezTo>
                    <a:pt x="1492" y="242"/>
                    <a:pt x="2810" y="988"/>
                    <a:pt x="3762" y="2163"/>
                  </a:cubicBezTo>
                  <a:cubicBezTo>
                    <a:pt x="5289" y="3985"/>
                    <a:pt x="5548" y="6460"/>
                    <a:pt x="4673" y="8506"/>
                  </a:cubicBezTo>
                  <a:lnTo>
                    <a:pt x="6312" y="10516"/>
                  </a:lnTo>
                  <a:lnTo>
                    <a:pt x="63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5"/>
            <p:cNvSpPr/>
            <p:nvPr/>
          </p:nvSpPr>
          <p:spPr>
            <a:xfrm>
              <a:off x="4188231" y="4259908"/>
              <a:ext cx="197670" cy="221405"/>
            </a:xfrm>
            <a:custGeom>
              <a:rect b="b" l="l" r="r" t="t"/>
              <a:pathLst>
                <a:path extrusionOk="0" h="13384" w="11951">
                  <a:moveTo>
                    <a:pt x="1" y="1"/>
                  </a:moveTo>
                  <a:lnTo>
                    <a:pt x="1" y="12825"/>
                  </a:lnTo>
                  <a:cubicBezTo>
                    <a:pt x="1" y="13142"/>
                    <a:pt x="247" y="13384"/>
                    <a:pt x="559" y="13384"/>
                  </a:cubicBezTo>
                  <a:lnTo>
                    <a:pt x="11950" y="13384"/>
                  </a:lnTo>
                  <a:lnTo>
                    <a:pt x="10856" y="12044"/>
                  </a:lnTo>
                  <a:cubicBezTo>
                    <a:pt x="10427" y="12137"/>
                    <a:pt x="9980" y="12191"/>
                    <a:pt x="9533" y="12191"/>
                  </a:cubicBezTo>
                  <a:cubicBezTo>
                    <a:pt x="7689" y="12191"/>
                    <a:pt x="5960" y="11373"/>
                    <a:pt x="4803" y="9980"/>
                  </a:cubicBezTo>
                  <a:cubicBezTo>
                    <a:pt x="2645" y="7371"/>
                    <a:pt x="3016" y="3503"/>
                    <a:pt x="5625" y="1341"/>
                  </a:cubicBezTo>
                  <a:cubicBezTo>
                    <a:pt x="6460" y="635"/>
                    <a:pt x="7483" y="188"/>
                    <a:pt x="8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5"/>
            <p:cNvSpPr/>
            <p:nvPr/>
          </p:nvSpPr>
          <p:spPr>
            <a:xfrm>
              <a:off x="4252588" y="4277178"/>
              <a:ext cx="186273" cy="165938"/>
            </a:xfrm>
            <a:custGeom>
              <a:rect b="b" l="l" r="r" t="t"/>
              <a:pathLst>
                <a:path extrusionOk="0" h="10031" w="11262">
                  <a:moveTo>
                    <a:pt x="5658" y="1"/>
                  </a:moveTo>
                  <a:cubicBezTo>
                    <a:pt x="4478" y="1"/>
                    <a:pt x="3348" y="393"/>
                    <a:pt x="2440" y="1154"/>
                  </a:cubicBezTo>
                  <a:cubicBezTo>
                    <a:pt x="300" y="2923"/>
                    <a:pt x="1" y="6086"/>
                    <a:pt x="1770" y="8208"/>
                  </a:cubicBezTo>
                  <a:cubicBezTo>
                    <a:pt x="2757" y="9418"/>
                    <a:pt x="4191" y="10030"/>
                    <a:pt x="5642" y="10030"/>
                  </a:cubicBezTo>
                  <a:cubicBezTo>
                    <a:pt x="6759" y="10030"/>
                    <a:pt x="7894" y="9659"/>
                    <a:pt x="8823" y="8878"/>
                  </a:cubicBezTo>
                  <a:cubicBezTo>
                    <a:pt x="10963" y="7127"/>
                    <a:pt x="11262" y="3946"/>
                    <a:pt x="9493" y="1824"/>
                  </a:cubicBezTo>
                  <a:cubicBezTo>
                    <a:pt x="8640" y="801"/>
                    <a:pt x="7447" y="149"/>
                    <a:pt x="6107" y="20"/>
                  </a:cubicBezTo>
                  <a:cubicBezTo>
                    <a:pt x="5957" y="7"/>
                    <a:pt x="5807" y="1"/>
                    <a:pt x="56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5"/>
            <p:cNvSpPr/>
            <p:nvPr/>
          </p:nvSpPr>
          <p:spPr>
            <a:xfrm>
              <a:off x="4386545" y="4417889"/>
              <a:ext cx="80037" cy="82497"/>
            </a:xfrm>
            <a:custGeom>
              <a:rect b="b" l="l" r="r" t="t"/>
              <a:pathLst>
                <a:path extrusionOk="0" h="4987" w="4839">
                  <a:moveTo>
                    <a:pt x="2587" y="1"/>
                  </a:moveTo>
                  <a:cubicBezTo>
                    <a:pt x="2270" y="448"/>
                    <a:pt x="1881" y="876"/>
                    <a:pt x="1434" y="1247"/>
                  </a:cubicBezTo>
                  <a:cubicBezTo>
                    <a:pt x="1005" y="1600"/>
                    <a:pt x="518" y="1899"/>
                    <a:pt x="0" y="2123"/>
                  </a:cubicBezTo>
                  <a:lnTo>
                    <a:pt x="1841" y="4374"/>
                  </a:lnTo>
                  <a:cubicBezTo>
                    <a:pt x="2176" y="4785"/>
                    <a:pt x="2663" y="4986"/>
                    <a:pt x="3127" y="4986"/>
                  </a:cubicBezTo>
                  <a:cubicBezTo>
                    <a:pt x="3516" y="4986"/>
                    <a:pt x="3891" y="4857"/>
                    <a:pt x="4204" y="4597"/>
                  </a:cubicBezTo>
                  <a:cubicBezTo>
                    <a:pt x="4539" y="4316"/>
                    <a:pt x="4762" y="3910"/>
                    <a:pt x="4802" y="3481"/>
                  </a:cubicBezTo>
                  <a:cubicBezTo>
                    <a:pt x="4838" y="3034"/>
                    <a:pt x="4709" y="2587"/>
                    <a:pt x="4427" y="2252"/>
                  </a:cubicBezTo>
                  <a:lnTo>
                    <a:pt x="2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5" name="Google Shape;1255;p6"/>
          <p:cNvGrpSpPr/>
          <p:nvPr/>
        </p:nvGrpSpPr>
        <p:grpSpPr>
          <a:xfrm>
            <a:off x="8086250" y="284949"/>
            <a:ext cx="774998" cy="616553"/>
            <a:chOff x="6820850" y="3048799"/>
            <a:chExt cx="774998" cy="616553"/>
          </a:xfrm>
        </p:grpSpPr>
        <p:sp>
          <p:nvSpPr>
            <p:cNvPr id="1256" name="Google Shape;1256;p6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6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6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9" name="Google Shape;1259;p6"/>
          <p:cNvGrpSpPr/>
          <p:nvPr/>
        </p:nvGrpSpPr>
        <p:grpSpPr>
          <a:xfrm>
            <a:off x="713150" y="3183699"/>
            <a:ext cx="774998" cy="616553"/>
            <a:chOff x="6820850" y="3048799"/>
            <a:chExt cx="774998" cy="616553"/>
          </a:xfrm>
        </p:grpSpPr>
        <p:sp>
          <p:nvSpPr>
            <p:cNvPr id="1260" name="Google Shape;1260;p6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6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6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3" name="Google Shape;1263;p6"/>
          <p:cNvGrpSpPr/>
          <p:nvPr/>
        </p:nvGrpSpPr>
        <p:grpSpPr>
          <a:xfrm>
            <a:off x="5850962" y="3840263"/>
            <a:ext cx="2573030" cy="1016301"/>
            <a:chOff x="2165687" y="2434238"/>
            <a:chExt cx="2573030" cy="1016301"/>
          </a:xfrm>
        </p:grpSpPr>
        <p:grpSp>
          <p:nvGrpSpPr>
            <p:cNvPr id="1264" name="Google Shape;1264;p6"/>
            <p:cNvGrpSpPr/>
            <p:nvPr/>
          </p:nvGrpSpPr>
          <p:grpSpPr>
            <a:xfrm flipH="1">
              <a:off x="3709323" y="2434238"/>
              <a:ext cx="515489" cy="254076"/>
              <a:chOff x="6398068" y="419971"/>
              <a:chExt cx="627651" cy="309358"/>
            </a:xfrm>
          </p:grpSpPr>
          <p:sp>
            <p:nvSpPr>
              <p:cNvPr id="1265" name="Google Shape;1265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8" name="Google Shape;1268;p6"/>
            <p:cNvGrpSpPr/>
            <p:nvPr/>
          </p:nvGrpSpPr>
          <p:grpSpPr>
            <a:xfrm flipH="1">
              <a:off x="2165687" y="3196463"/>
              <a:ext cx="515489" cy="254076"/>
              <a:chOff x="5770418" y="419971"/>
              <a:chExt cx="627651" cy="309358"/>
            </a:xfrm>
          </p:grpSpPr>
          <p:sp>
            <p:nvSpPr>
              <p:cNvPr id="1269" name="Google Shape;1269;p6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6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6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2" name="Google Shape;1272;p6"/>
            <p:cNvGrpSpPr/>
            <p:nvPr/>
          </p:nvGrpSpPr>
          <p:grpSpPr>
            <a:xfrm flipH="1">
              <a:off x="2679595" y="3196463"/>
              <a:ext cx="515489" cy="254076"/>
              <a:chOff x="6398068" y="419971"/>
              <a:chExt cx="627651" cy="309358"/>
            </a:xfrm>
          </p:grpSpPr>
          <p:sp>
            <p:nvSpPr>
              <p:cNvPr id="1273" name="Google Shape;1273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6" name="Google Shape;1276;p6"/>
            <p:cNvGrpSpPr/>
            <p:nvPr/>
          </p:nvGrpSpPr>
          <p:grpSpPr>
            <a:xfrm flipH="1">
              <a:off x="3193831" y="3196463"/>
              <a:ext cx="515489" cy="254076"/>
              <a:chOff x="6398068" y="419971"/>
              <a:chExt cx="627651" cy="309358"/>
            </a:xfrm>
          </p:grpSpPr>
          <p:sp>
            <p:nvSpPr>
              <p:cNvPr id="1277" name="Google Shape;1277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0" name="Google Shape;1280;p6"/>
            <p:cNvGrpSpPr/>
            <p:nvPr/>
          </p:nvGrpSpPr>
          <p:grpSpPr>
            <a:xfrm flipH="1">
              <a:off x="3709320" y="3196463"/>
              <a:ext cx="515489" cy="254076"/>
              <a:chOff x="5770418" y="419971"/>
              <a:chExt cx="627651" cy="309358"/>
            </a:xfrm>
          </p:grpSpPr>
          <p:sp>
            <p:nvSpPr>
              <p:cNvPr id="1281" name="Google Shape;1281;p6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6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6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4" name="Google Shape;1284;p6"/>
            <p:cNvGrpSpPr/>
            <p:nvPr/>
          </p:nvGrpSpPr>
          <p:grpSpPr>
            <a:xfrm flipH="1">
              <a:off x="4223228" y="3196463"/>
              <a:ext cx="515489" cy="254076"/>
              <a:chOff x="6398068" y="419971"/>
              <a:chExt cx="627651" cy="309358"/>
            </a:xfrm>
          </p:grpSpPr>
          <p:sp>
            <p:nvSpPr>
              <p:cNvPr id="1285" name="Google Shape;1285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8" name="Google Shape;1288;p6"/>
            <p:cNvGrpSpPr/>
            <p:nvPr/>
          </p:nvGrpSpPr>
          <p:grpSpPr>
            <a:xfrm flipH="1">
              <a:off x="2678342" y="2942394"/>
              <a:ext cx="515489" cy="254076"/>
              <a:chOff x="6398068" y="419971"/>
              <a:chExt cx="627651" cy="309358"/>
            </a:xfrm>
          </p:grpSpPr>
          <p:sp>
            <p:nvSpPr>
              <p:cNvPr id="1289" name="Google Shape;1289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2" name="Google Shape;1292;p6"/>
            <p:cNvGrpSpPr/>
            <p:nvPr/>
          </p:nvGrpSpPr>
          <p:grpSpPr>
            <a:xfrm flipH="1">
              <a:off x="3193831" y="2942394"/>
              <a:ext cx="515489" cy="254076"/>
              <a:chOff x="5770418" y="419971"/>
              <a:chExt cx="627651" cy="309358"/>
            </a:xfrm>
          </p:grpSpPr>
          <p:sp>
            <p:nvSpPr>
              <p:cNvPr id="1293" name="Google Shape;1293;p6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6" name="Google Shape;1296;p6"/>
            <p:cNvGrpSpPr/>
            <p:nvPr/>
          </p:nvGrpSpPr>
          <p:grpSpPr>
            <a:xfrm flipH="1">
              <a:off x="3193831" y="2688325"/>
              <a:ext cx="515489" cy="254076"/>
              <a:chOff x="6398068" y="419971"/>
              <a:chExt cx="627651" cy="309358"/>
            </a:xfrm>
          </p:grpSpPr>
          <p:sp>
            <p:nvSpPr>
              <p:cNvPr id="1297" name="Google Shape;1297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0" name="Google Shape;1300;p6"/>
            <p:cNvGrpSpPr/>
            <p:nvPr/>
          </p:nvGrpSpPr>
          <p:grpSpPr>
            <a:xfrm flipH="1">
              <a:off x="3708995" y="2688319"/>
              <a:ext cx="515489" cy="254076"/>
              <a:chOff x="5770418" y="419971"/>
              <a:chExt cx="627651" cy="309358"/>
            </a:xfrm>
          </p:grpSpPr>
          <p:sp>
            <p:nvSpPr>
              <p:cNvPr id="1301" name="Google Shape;1301;p6"/>
              <p:cNvSpPr/>
              <p:nvPr/>
            </p:nvSpPr>
            <p:spPr>
              <a:xfrm>
                <a:off x="577041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577041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581841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4" name="Google Shape;1304;p6"/>
            <p:cNvGrpSpPr/>
            <p:nvPr/>
          </p:nvGrpSpPr>
          <p:grpSpPr>
            <a:xfrm flipH="1">
              <a:off x="3708992" y="2942394"/>
              <a:ext cx="515489" cy="254076"/>
              <a:chOff x="6398068" y="419971"/>
              <a:chExt cx="627651" cy="309358"/>
            </a:xfrm>
          </p:grpSpPr>
          <p:sp>
            <p:nvSpPr>
              <p:cNvPr id="1305" name="Google Shape;1305;p6"/>
              <p:cNvSpPr/>
              <p:nvPr/>
            </p:nvSpPr>
            <p:spPr>
              <a:xfrm>
                <a:off x="6398068" y="419971"/>
                <a:ext cx="627651" cy="309358"/>
              </a:xfrm>
              <a:custGeom>
                <a:rect b="b" l="l" r="r" t="t"/>
                <a:pathLst>
                  <a:path extrusionOk="0" h="1489" w="3021">
                    <a:moveTo>
                      <a:pt x="1" y="1"/>
                    </a:moveTo>
                    <a:lnTo>
                      <a:pt x="1" y="1489"/>
                    </a:lnTo>
                    <a:lnTo>
                      <a:pt x="3021" y="148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6398068" y="419971"/>
                <a:ext cx="627651" cy="16413"/>
              </a:xfrm>
              <a:custGeom>
                <a:rect b="b" l="l" r="r" t="t"/>
                <a:pathLst>
                  <a:path extrusionOk="0" h="79" w="3021">
                    <a:moveTo>
                      <a:pt x="1" y="1"/>
                    </a:moveTo>
                    <a:lnTo>
                      <a:pt x="1" y="79"/>
                    </a:lnTo>
                    <a:lnTo>
                      <a:pt x="3021" y="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6446062" y="449266"/>
                <a:ext cx="538105" cy="251393"/>
              </a:xfrm>
              <a:custGeom>
                <a:rect b="b" l="l" r="r" t="t"/>
                <a:pathLst>
                  <a:path extrusionOk="0" h="1210" w="2590">
                    <a:moveTo>
                      <a:pt x="0" y="1"/>
                    </a:moveTo>
                    <a:lnTo>
                      <a:pt x="0" y="1210"/>
                    </a:lnTo>
                    <a:lnTo>
                      <a:pt x="63" y="1210"/>
                    </a:lnTo>
                    <a:lnTo>
                      <a:pt x="63" y="1"/>
                    </a:lnTo>
                    <a:close/>
                    <a:moveTo>
                      <a:pt x="279" y="1"/>
                    </a:moveTo>
                    <a:lnTo>
                      <a:pt x="279" y="1210"/>
                    </a:lnTo>
                    <a:lnTo>
                      <a:pt x="342" y="1210"/>
                    </a:lnTo>
                    <a:lnTo>
                      <a:pt x="342" y="1"/>
                    </a:lnTo>
                    <a:close/>
                    <a:moveTo>
                      <a:pt x="558" y="1"/>
                    </a:moveTo>
                    <a:lnTo>
                      <a:pt x="558" y="1210"/>
                    </a:lnTo>
                    <a:lnTo>
                      <a:pt x="621" y="1210"/>
                    </a:lnTo>
                    <a:lnTo>
                      <a:pt x="621" y="1"/>
                    </a:lnTo>
                    <a:close/>
                    <a:moveTo>
                      <a:pt x="837" y="1"/>
                    </a:moveTo>
                    <a:lnTo>
                      <a:pt x="837" y="1210"/>
                    </a:lnTo>
                    <a:lnTo>
                      <a:pt x="900" y="1210"/>
                    </a:lnTo>
                    <a:lnTo>
                      <a:pt x="900" y="1"/>
                    </a:lnTo>
                    <a:close/>
                    <a:moveTo>
                      <a:pt x="1116" y="1"/>
                    </a:moveTo>
                    <a:lnTo>
                      <a:pt x="1116" y="1210"/>
                    </a:lnTo>
                    <a:lnTo>
                      <a:pt x="1179" y="1210"/>
                    </a:lnTo>
                    <a:lnTo>
                      <a:pt x="1179" y="1"/>
                    </a:lnTo>
                    <a:close/>
                    <a:moveTo>
                      <a:pt x="1395" y="1"/>
                    </a:moveTo>
                    <a:lnTo>
                      <a:pt x="1395" y="1210"/>
                    </a:lnTo>
                    <a:lnTo>
                      <a:pt x="1458" y="1210"/>
                    </a:lnTo>
                    <a:lnTo>
                      <a:pt x="1458" y="1"/>
                    </a:lnTo>
                    <a:close/>
                    <a:moveTo>
                      <a:pt x="1674" y="1"/>
                    </a:moveTo>
                    <a:lnTo>
                      <a:pt x="1674" y="1210"/>
                    </a:lnTo>
                    <a:lnTo>
                      <a:pt x="1737" y="1210"/>
                    </a:lnTo>
                    <a:lnTo>
                      <a:pt x="1737" y="1"/>
                    </a:lnTo>
                    <a:close/>
                    <a:moveTo>
                      <a:pt x="1953" y="1"/>
                    </a:moveTo>
                    <a:lnTo>
                      <a:pt x="1953" y="1210"/>
                    </a:lnTo>
                    <a:lnTo>
                      <a:pt x="2016" y="1210"/>
                    </a:lnTo>
                    <a:lnTo>
                      <a:pt x="2016" y="1"/>
                    </a:lnTo>
                    <a:close/>
                    <a:moveTo>
                      <a:pt x="2247" y="1"/>
                    </a:moveTo>
                    <a:lnTo>
                      <a:pt x="2247" y="1210"/>
                    </a:lnTo>
                    <a:lnTo>
                      <a:pt x="2310" y="1210"/>
                    </a:lnTo>
                    <a:lnTo>
                      <a:pt x="2310" y="1"/>
                    </a:lnTo>
                    <a:close/>
                    <a:moveTo>
                      <a:pt x="2526" y="1"/>
                    </a:moveTo>
                    <a:lnTo>
                      <a:pt x="2526" y="1210"/>
                    </a:lnTo>
                    <a:lnTo>
                      <a:pt x="2589" y="1210"/>
                    </a:lnTo>
                    <a:lnTo>
                      <a:pt x="25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08" name="Google Shape;1308;p6"/>
          <p:cNvSpPr txBox="1"/>
          <p:nvPr>
            <p:ph type="title"/>
          </p:nvPr>
        </p:nvSpPr>
        <p:spPr>
          <a:xfrm>
            <a:off x="713150" y="732775"/>
            <a:ext cx="3746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Goals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9" name="Google Shape;1309;p6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04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1310" name="Google Shape;1310;p6"/>
          <p:cNvSpPr txBox="1"/>
          <p:nvPr>
            <p:ph idx="4294967295" type="title"/>
          </p:nvPr>
        </p:nvSpPr>
        <p:spPr>
          <a:xfrm>
            <a:off x="730250" y="1405087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>
                <a:solidFill>
                  <a:schemeClr val="lt1"/>
                </a:solidFill>
              </a:rPr>
              <a:t>1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311" name="Google Shape;1311;p6"/>
          <p:cNvSpPr txBox="1"/>
          <p:nvPr>
            <p:ph idx="4294967295" type="title"/>
          </p:nvPr>
        </p:nvSpPr>
        <p:spPr>
          <a:xfrm>
            <a:off x="99650" y="1981350"/>
            <a:ext cx="20370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1400"/>
              <a:t>Use a machine learning algorithm to address data gaps</a:t>
            </a:r>
            <a:endParaRPr b="0" sz="1400"/>
          </a:p>
        </p:txBody>
      </p:sp>
      <p:sp>
        <p:nvSpPr>
          <p:cNvPr id="1312" name="Google Shape;1312;p6"/>
          <p:cNvSpPr txBox="1"/>
          <p:nvPr>
            <p:ph idx="4294967295" type="title"/>
          </p:nvPr>
        </p:nvSpPr>
        <p:spPr>
          <a:xfrm>
            <a:off x="2923650" y="1405087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>
                <a:solidFill>
                  <a:schemeClr val="lt1"/>
                </a:solidFill>
              </a:rPr>
              <a:t>2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313" name="Google Shape;1313;p6"/>
          <p:cNvSpPr txBox="1"/>
          <p:nvPr>
            <p:ph idx="4294967295" type="title"/>
          </p:nvPr>
        </p:nvSpPr>
        <p:spPr>
          <a:xfrm>
            <a:off x="2257650" y="1981350"/>
            <a:ext cx="21078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1400"/>
              <a:t>Perform </a:t>
            </a:r>
            <a:r>
              <a:rPr b="0" lang="en" sz="1400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outliers and inconsistencies </a:t>
            </a:r>
            <a:r>
              <a:rPr b="0" lang="en" sz="1400"/>
              <a:t>detection in the data set</a:t>
            </a:r>
            <a:endParaRPr b="0" sz="1400"/>
          </a:p>
        </p:txBody>
      </p:sp>
      <p:sp>
        <p:nvSpPr>
          <p:cNvPr id="1314" name="Google Shape;1314;p6"/>
          <p:cNvSpPr txBox="1"/>
          <p:nvPr>
            <p:ph idx="4294967295" type="title"/>
          </p:nvPr>
        </p:nvSpPr>
        <p:spPr>
          <a:xfrm>
            <a:off x="5117050" y="1405087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>
                <a:solidFill>
                  <a:schemeClr val="lt1"/>
                </a:solidFill>
              </a:rPr>
              <a:t>3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315" name="Google Shape;1315;p6"/>
          <p:cNvSpPr txBox="1"/>
          <p:nvPr>
            <p:ph idx="4294967295" type="title"/>
          </p:nvPr>
        </p:nvSpPr>
        <p:spPr>
          <a:xfrm>
            <a:off x="4492888" y="1981350"/>
            <a:ext cx="20370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1400"/>
              <a:t>Develop a Data portal for data access </a:t>
            </a:r>
            <a:endParaRPr b="0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1400"/>
          </a:p>
        </p:txBody>
      </p:sp>
      <p:sp>
        <p:nvSpPr>
          <p:cNvPr id="1316" name="Google Shape;1316;p6"/>
          <p:cNvSpPr txBox="1"/>
          <p:nvPr>
            <p:ph idx="4294967295" type="title"/>
          </p:nvPr>
        </p:nvSpPr>
        <p:spPr>
          <a:xfrm>
            <a:off x="7310450" y="1405075"/>
            <a:ext cx="7758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700">
                <a:solidFill>
                  <a:schemeClr val="lt1"/>
                </a:solidFill>
              </a:rPr>
              <a:t>4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317" name="Google Shape;1317;p6"/>
          <p:cNvSpPr txBox="1"/>
          <p:nvPr>
            <p:ph idx="4294967295" type="title"/>
          </p:nvPr>
        </p:nvSpPr>
        <p:spPr>
          <a:xfrm>
            <a:off x="6529900" y="1981350"/>
            <a:ext cx="2331300" cy="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en" sz="1400"/>
              <a:t>Data </a:t>
            </a:r>
            <a:r>
              <a:rPr b="0" lang="en" sz="1400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analytics </a:t>
            </a:r>
            <a:r>
              <a:rPr b="0" lang="en" sz="1400"/>
              <a:t>for better comprehension of data set</a:t>
            </a:r>
            <a:endParaRPr b="0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oogle Shape;1322;g339451ebeca_2_10"/>
          <p:cNvGrpSpPr/>
          <p:nvPr/>
        </p:nvGrpSpPr>
        <p:grpSpPr>
          <a:xfrm>
            <a:off x="4317731" y="3484072"/>
            <a:ext cx="2952007" cy="1315103"/>
            <a:chOff x="5509615" y="3363149"/>
            <a:chExt cx="3088519" cy="1436016"/>
          </a:xfrm>
        </p:grpSpPr>
        <p:grpSp>
          <p:nvGrpSpPr>
            <p:cNvPr id="1323" name="Google Shape;1323;g339451ebeca_2_10"/>
            <p:cNvGrpSpPr/>
            <p:nvPr/>
          </p:nvGrpSpPr>
          <p:grpSpPr>
            <a:xfrm>
              <a:off x="5509615" y="4036950"/>
              <a:ext cx="3088519" cy="762215"/>
              <a:chOff x="5552640" y="3979701"/>
              <a:chExt cx="3088519" cy="762215"/>
            </a:xfrm>
          </p:grpSpPr>
          <p:grpSp>
            <p:nvGrpSpPr>
              <p:cNvPr id="1324" name="Google Shape;1324;g339451ebeca_2_10"/>
              <p:cNvGrpSpPr/>
              <p:nvPr/>
            </p:nvGrpSpPr>
            <p:grpSpPr>
              <a:xfrm flipH="1">
                <a:off x="5552640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325" name="Google Shape;1325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6" name="Google Shape;1326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27" name="Google Shape;1327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28" name="Google Shape;1328;g339451ebeca_2_10"/>
              <p:cNvGrpSpPr/>
              <p:nvPr/>
            </p:nvGrpSpPr>
            <p:grpSpPr>
              <a:xfrm flipH="1">
                <a:off x="6068130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329" name="Google Shape;1329;g339451ebeca_2_1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0" name="Google Shape;1330;g339451ebeca_2_1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1" name="Google Shape;1331;g339451ebeca_2_1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2" name="Google Shape;1332;g339451ebeca_2_10"/>
              <p:cNvGrpSpPr/>
              <p:nvPr/>
            </p:nvGrpSpPr>
            <p:grpSpPr>
              <a:xfrm flipH="1">
                <a:off x="6582037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333" name="Google Shape;1333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4" name="Google Shape;1334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5" name="Google Shape;1335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6" name="Google Shape;1336;g339451ebeca_2_10"/>
              <p:cNvGrpSpPr/>
              <p:nvPr/>
            </p:nvGrpSpPr>
            <p:grpSpPr>
              <a:xfrm flipH="1">
                <a:off x="7096273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337" name="Google Shape;1337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8" name="Google Shape;1338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39" name="Google Shape;1339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0" name="Google Shape;1340;g339451ebeca_2_10"/>
              <p:cNvGrpSpPr/>
              <p:nvPr/>
            </p:nvGrpSpPr>
            <p:grpSpPr>
              <a:xfrm flipH="1">
                <a:off x="7611763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341" name="Google Shape;1341;g339451ebeca_2_1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2" name="Google Shape;1342;g339451ebeca_2_1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3" name="Google Shape;1343;g339451ebeca_2_1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4" name="Google Shape;1344;g339451ebeca_2_10"/>
              <p:cNvGrpSpPr/>
              <p:nvPr/>
            </p:nvGrpSpPr>
            <p:grpSpPr>
              <a:xfrm flipH="1">
                <a:off x="8125670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345" name="Google Shape;1345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6" name="Google Shape;1346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47" name="Google Shape;1347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48" name="Google Shape;1348;g339451ebeca_2_10"/>
              <p:cNvGrpSpPr/>
              <p:nvPr/>
            </p:nvGrpSpPr>
            <p:grpSpPr>
              <a:xfrm flipH="1">
                <a:off x="6580784" y="4233770"/>
                <a:ext cx="515489" cy="254076"/>
                <a:chOff x="6398068" y="419971"/>
                <a:chExt cx="627651" cy="309358"/>
              </a:xfrm>
            </p:grpSpPr>
            <p:sp>
              <p:nvSpPr>
                <p:cNvPr id="1349" name="Google Shape;1349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0" name="Google Shape;1350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1" name="Google Shape;1351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2" name="Google Shape;1352;g339451ebeca_2_10"/>
              <p:cNvGrpSpPr/>
              <p:nvPr/>
            </p:nvGrpSpPr>
            <p:grpSpPr>
              <a:xfrm flipH="1">
                <a:off x="7096274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353" name="Google Shape;1353;g339451ebeca_2_1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4" name="Google Shape;1354;g339451ebeca_2_1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5" name="Google Shape;1355;g339451ebeca_2_1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56" name="Google Shape;1356;g339451ebeca_2_10"/>
              <p:cNvGrpSpPr/>
              <p:nvPr/>
            </p:nvGrpSpPr>
            <p:grpSpPr>
              <a:xfrm flipH="1">
                <a:off x="7096273" y="3979701"/>
                <a:ext cx="515489" cy="254076"/>
                <a:chOff x="6398068" y="419971"/>
                <a:chExt cx="627651" cy="309358"/>
              </a:xfrm>
            </p:grpSpPr>
            <p:sp>
              <p:nvSpPr>
                <p:cNvPr id="1357" name="Google Shape;1357;g339451ebeca_2_10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8" name="Google Shape;1358;g339451ebeca_2_10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Google Shape;1359;g339451ebeca_2_10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0" name="Google Shape;1360;g339451ebeca_2_10"/>
              <p:cNvGrpSpPr/>
              <p:nvPr/>
            </p:nvGrpSpPr>
            <p:grpSpPr>
              <a:xfrm flipH="1">
                <a:off x="7611763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361" name="Google Shape;1361;g339451ebeca_2_10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2" name="Google Shape;1362;g339451ebeca_2_10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Google Shape;1363;g339451ebeca_2_10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64" name="Google Shape;1364;g339451ebeca_2_10"/>
            <p:cNvGrpSpPr/>
            <p:nvPr/>
          </p:nvGrpSpPr>
          <p:grpSpPr>
            <a:xfrm>
              <a:off x="7758575" y="3363149"/>
              <a:ext cx="774998" cy="616553"/>
              <a:chOff x="6820850" y="3048799"/>
              <a:chExt cx="774998" cy="616553"/>
            </a:xfrm>
          </p:grpSpPr>
          <p:sp>
            <p:nvSpPr>
              <p:cNvPr id="1365" name="Google Shape;1365;g339451ebeca_2_10"/>
              <p:cNvSpPr/>
              <p:nvPr/>
            </p:nvSpPr>
            <p:spPr>
              <a:xfrm>
                <a:off x="6820850" y="3221823"/>
                <a:ext cx="299145" cy="177258"/>
              </a:xfrm>
              <a:custGeom>
                <a:rect b="b" l="l" r="r" t="t"/>
                <a:pathLst>
                  <a:path extrusionOk="0" h="2370" w="3999">
                    <a:moveTo>
                      <a:pt x="1983" y="0"/>
                    </a:moveTo>
                    <a:cubicBezTo>
                      <a:pt x="1533" y="0"/>
                      <a:pt x="1176" y="357"/>
                      <a:pt x="1146" y="789"/>
                    </a:cubicBezTo>
                    <a:cubicBezTo>
                      <a:pt x="1053" y="744"/>
                      <a:pt x="945" y="714"/>
                      <a:pt x="837" y="714"/>
                    </a:cubicBezTo>
                    <a:cubicBezTo>
                      <a:pt x="372" y="714"/>
                      <a:pt x="0" y="1086"/>
                      <a:pt x="0" y="1551"/>
                    </a:cubicBezTo>
                    <a:cubicBezTo>
                      <a:pt x="0" y="1998"/>
                      <a:pt x="372" y="2370"/>
                      <a:pt x="837" y="2370"/>
                    </a:cubicBezTo>
                    <a:lnTo>
                      <a:pt x="3240" y="2370"/>
                    </a:lnTo>
                    <a:cubicBezTo>
                      <a:pt x="3672" y="2340"/>
                      <a:pt x="3999" y="1983"/>
                      <a:pt x="3999" y="1551"/>
                    </a:cubicBezTo>
                    <a:cubicBezTo>
                      <a:pt x="3999" y="1086"/>
                      <a:pt x="3627" y="714"/>
                      <a:pt x="3177" y="714"/>
                    </a:cubicBezTo>
                    <a:cubicBezTo>
                      <a:pt x="3035" y="714"/>
                      <a:pt x="2913" y="744"/>
                      <a:pt x="2805" y="807"/>
                    </a:cubicBezTo>
                    <a:cubicBezTo>
                      <a:pt x="2790" y="357"/>
                      <a:pt x="2433" y="0"/>
                      <a:pt x="1983" y="0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g339451ebeca_2_10"/>
              <p:cNvSpPr/>
              <p:nvPr/>
            </p:nvSpPr>
            <p:spPr>
              <a:xfrm>
                <a:off x="7166767" y="3048799"/>
                <a:ext cx="429081" cy="253771"/>
              </a:xfrm>
              <a:custGeom>
                <a:rect b="b" l="l" r="r" t="t"/>
                <a:pathLst>
                  <a:path extrusionOk="0" h="3393" w="5736">
                    <a:moveTo>
                      <a:pt x="2835" y="1"/>
                    </a:moveTo>
                    <a:cubicBezTo>
                      <a:pt x="2202" y="1"/>
                      <a:pt x="1689" y="495"/>
                      <a:pt x="1659" y="1116"/>
                    </a:cubicBezTo>
                    <a:cubicBezTo>
                      <a:pt x="1503" y="1053"/>
                      <a:pt x="1347" y="1023"/>
                      <a:pt x="1194" y="1023"/>
                    </a:cubicBezTo>
                    <a:cubicBezTo>
                      <a:pt x="543" y="1023"/>
                      <a:pt x="0" y="1548"/>
                      <a:pt x="0" y="2199"/>
                    </a:cubicBezTo>
                    <a:cubicBezTo>
                      <a:pt x="0" y="2850"/>
                      <a:pt x="543" y="3393"/>
                      <a:pt x="1194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52" y="3333"/>
                      <a:pt x="5736" y="2820"/>
                      <a:pt x="5736" y="2199"/>
                    </a:cubicBezTo>
                    <a:cubicBezTo>
                      <a:pt x="5736" y="1548"/>
                      <a:pt x="5193" y="1023"/>
                      <a:pt x="4542" y="1023"/>
                    </a:cubicBezTo>
                    <a:cubicBezTo>
                      <a:pt x="4356" y="1023"/>
                      <a:pt x="4170" y="1068"/>
                      <a:pt x="4014" y="1146"/>
                    </a:cubicBezTo>
                    <a:cubicBezTo>
                      <a:pt x="3999" y="510"/>
                      <a:pt x="3471" y="1"/>
                      <a:pt x="2835" y="1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g339451ebeca_2_10"/>
              <p:cNvSpPr/>
              <p:nvPr/>
            </p:nvSpPr>
            <p:spPr>
              <a:xfrm>
                <a:off x="7026722" y="3411581"/>
                <a:ext cx="428034" cy="253771"/>
              </a:xfrm>
              <a:custGeom>
                <a:rect b="b" l="l" r="r" t="t"/>
                <a:pathLst>
                  <a:path extrusionOk="0" h="3393" w="5722">
                    <a:moveTo>
                      <a:pt x="2824" y="1"/>
                    </a:moveTo>
                    <a:cubicBezTo>
                      <a:pt x="2188" y="1"/>
                      <a:pt x="1674" y="495"/>
                      <a:pt x="1644" y="1116"/>
                    </a:cubicBezTo>
                    <a:cubicBezTo>
                      <a:pt x="1503" y="1053"/>
                      <a:pt x="1336" y="1023"/>
                      <a:pt x="1179" y="1023"/>
                    </a:cubicBezTo>
                    <a:cubicBezTo>
                      <a:pt x="529" y="1023"/>
                      <a:pt x="0" y="1548"/>
                      <a:pt x="0" y="2199"/>
                    </a:cubicBezTo>
                    <a:cubicBezTo>
                      <a:pt x="0" y="2850"/>
                      <a:pt x="529" y="3393"/>
                      <a:pt x="1179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41" y="3333"/>
                      <a:pt x="5721" y="2820"/>
                      <a:pt x="5721" y="2199"/>
                    </a:cubicBezTo>
                    <a:cubicBezTo>
                      <a:pt x="5721" y="1548"/>
                      <a:pt x="5193" y="1023"/>
                      <a:pt x="4527" y="1023"/>
                    </a:cubicBezTo>
                    <a:cubicBezTo>
                      <a:pt x="4341" y="1023"/>
                      <a:pt x="4155" y="1068"/>
                      <a:pt x="3999" y="1146"/>
                    </a:cubicBezTo>
                    <a:cubicBezTo>
                      <a:pt x="3984" y="510"/>
                      <a:pt x="3456" y="1"/>
                      <a:pt x="2824" y="1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8" name="Google Shape;1368;g339451ebeca_2_10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g339451ebeca_2_10"/>
          <p:cNvSpPr txBox="1"/>
          <p:nvPr>
            <p:ph idx="8" type="title"/>
          </p:nvPr>
        </p:nvSpPr>
        <p:spPr>
          <a:xfrm>
            <a:off x="713150" y="732775"/>
            <a:ext cx="31113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Related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70" name="Google Shape;1370;g339451ebeca_2_10"/>
          <p:cNvSpPr txBox="1"/>
          <p:nvPr>
            <p:ph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05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1371" name="Google Shape;1371;g339451ebeca_2_10"/>
          <p:cNvSpPr txBox="1"/>
          <p:nvPr/>
        </p:nvSpPr>
        <p:spPr>
          <a:xfrm>
            <a:off x="713150" y="1337050"/>
            <a:ext cx="773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James Cheney, Laura Chiticariu, and Wang-Chiew Tan. 2009. Provenance in Databases: Why, How, and Where. Found. Trends databases 1, 4 (April 2009), 379–474 -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https://doi.org/10.1561/1900000006</a:t>
            </a:r>
            <a:r>
              <a:rPr lang="en" sz="1000"/>
              <a:t> </a:t>
            </a:r>
            <a:endParaRPr sz="1000"/>
          </a:p>
        </p:txBody>
      </p:sp>
      <p:pic>
        <p:nvPicPr>
          <p:cNvPr id="1372" name="Google Shape;1372;g339451ebeca_2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805" y="2127400"/>
            <a:ext cx="1907669" cy="21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g339451ebeca_2_10"/>
          <p:cNvSpPr txBox="1"/>
          <p:nvPr/>
        </p:nvSpPr>
        <p:spPr>
          <a:xfrm>
            <a:off x="713150" y="1743775"/>
            <a:ext cx="67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Oracle. 2024. Data Deduplication. Retrieved February 20, 2025, from 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https://www.oracle.com/uk/data-deduplication/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74" name="Google Shape;1374;g339451ebeca_2_10"/>
          <p:cNvSpPr txBox="1"/>
          <p:nvPr/>
        </p:nvSpPr>
        <p:spPr>
          <a:xfrm>
            <a:off x="713150" y="4232000"/>
            <a:ext cx="402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Luc Moreau and Paul Groth. 2013. Provenance: An Introduction to PROV. Morgan &amp; Claypool Publishers. Chapters 2 and 3.</a:t>
            </a:r>
            <a:endParaRPr sz="1000">
              <a:solidFill>
                <a:schemeClr val="dk1"/>
              </a:solidFill>
            </a:endParaRPr>
          </a:p>
        </p:txBody>
      </p:sp>
      <p:grpSp>
        <p:nvGrpSpPr>
          <p:cNvPr id="1375" name="Google Shape;1375;g339451ebeca_2_10"/>
          <p:cNvGrpSpPr/>
          <p:nvPr/>
        </p:nvGrpSpPr>
        <p:grpSpPr>
          <a:xfrm>
            <a:off x="4247950" y="3217012"/>
            <a:ext cx="774998" cy="616553"/>
            <a:chOff x="6820850" y="3048799"/>
            <a:chExt cx="774998" cy="616553"/>
          </a:xfrm>
        </p:grpSpPr>
        <p:sp>
          <p:nvSpPr>
            <p:cNvPr id="1376" name="Google Shape;1376;g339451ebeca_2_10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g339451ebeca_2_10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g339451ebeca_2_10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d9969011a9_1_501"/>
          <p:cNvSpPr txBox="1"/>
          <p:nvPr>
            <p:ph type="title"/>
          </p:nvPr>
        </p:nvSpPr>
        <p:spPr>
          <a:xfrm>
            <a:off x="1239925" y="1679300"/>
            <a:ext cx="2952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Importance</a:t>
            </a:r>
            <a:endParaRPr/>
          </a:p>
        </p:txBody>
      </p:sp>
      <p:sp>
        <p:nvSpPr>
          <p:cNvPr id="1384" name="Google Shape;1384;g2d9969011a9_1_501"/>
          <p:cNvSpPr txBox="1"/>
          <p:nvPr>
            <p:ph idx="2" type="title"/>
          </p:nvPr>
        </p:nvSpPr>
        <p:spPr>
          <a:xfrm>
            <a:off x="5220150" y="1679300"/>
            <a:ext cx="370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How?</a:t>
            </a:r>
            <a:endParaRPr/>
          </a:p>
        </p:txBody>
      </p:sp>
      <p:sp>
        <p:nvSpPr>
          <p:cNvPr id="1385" name="Google Shape;1385;g2d9969011a9_1_501"/>
          <p:cNvSpPr txBox="1"/>
          <p:nvPr>
            <p:ph idx="1" type="subTitle"/>
          </p:nvPr>
        </p:nvSpPr>
        <p:spPr>
          <a:xfrm>
            <a:off x="1239924" y="2036328"/>
            <a:ext cx="26046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complex database systems like port operations management, data provenance ensures data integrity and transparency.</a:t>
            </a:r>
            <a:endParaRPr/>
          </a:p>
        </p:txBody>
      </p:sp>
      <p:sp>
        <p:nvSpPr>
          <p:cNvPr id="1386" name="Google Shape;1386;g2d9969011a9_1_501"/>
          <p:cNvSpPr txBox="1"/>
          <p:nvPr>
            <p:ph idx="3" type="subTitle"/>
          </p:nvPr>
        </p:nvSpPr>
        <p:spPr>
          <a:xfrm>
            <a:off x="5220135" y="2036328"/>
            <a:ext cx="2891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Describes the transformations data underwent to reach its current state, providing transparency and supporting process audits.</a:t>
            </a:r>
            <a:endParaRPr/>
          </a:p>
        </p:txBody>
      </p:sp>
      <p:sp>
        <p:nvSpPr>
          <p:cNvPr id="1387" name="Google Shape;1387;g2d9969011a9_1_501"/>
          <p:cNvSpPr txBox="1"/>
          <p:nvPr>
            <p:ph idx="4" type="title"/>
          </p:nvPr>
        </p:nvSpPr>
        <p:spPr>
          <a:xfrm>
            <a:off x="1239925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Why?</a:t>
            </a:r>
            <a:endParaRPr/>
          </a:p>
        </p:txBody>
      </p:sp>
      <p:sp>
        <p:nvSpPr>
          <p:cNvPr id="1388" name="Google Shape;1388;g2d9969011a9_1_501"/>
          <p:cNvSpPr txBox="1"/>
          <p:nvPr>
            <p:ph idx="5" type="title"/>
          </p:nvPr>
        </p:nvSpPr>
        <p:spPr>
          <a:xfrm>
            <a:off x="5220149" y="2901317"/>
            <a:ext cx="228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Where?</a:t>
            </a:r>
            <a:endParaRPr/>
          </a:p>
        </p:txBody>
      </p:sp>
      <p:sp>
        <p:nvSpPr>
          <p:cNvPr id="1389" name="Google Shape;1389;g2d9969011a9_1_501"/>
          <p:cNvSpPr txBox="1"/>
          <p:nvPr>
            <p:ph idx="6" type="subTitle"/>
          </p:nvPr>
        </p:nvSpPr>
        <p:spPr>
          <a:xfrm>
            <a:off x="1239925" y="3258453"/>
            <a:ext cx="26562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Identifies which input data contributed to query results, crucial for understanding data sources and their interrelationships.</a:t>
            </a:r>
            <a:endParaRPr/>
          </a:p>
        </p:txBody>
      </p:sp>
      <p:sp>
        <p:nvSpPr>
          <p:cNvPr id="1390" name="Google Shape;1390;g2d9969011a9_1_501"/>
          <p:cNvSpPr txBox="1"/>
          <p:nvPr>
            <p:ph idx="7" type="subTitle"/>
          </p:nvPr>
        </p:nvSpPr>
        <p:spPr>
          <a:xfrm>
            <a:off x="5220125" y="3258450"/>
            <a:ext cx="30063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Traces the exact origin of data within the database, essential for validating data authenticity and accuracy</a:t>
            </a:r>
            <a:endParaRPr/>
          </a:p>
        </p:txBody>
      </p:sp>
      <p:grpSp>
        <p:nvGrpSpPr>
          <p:cNvPr id="1391" name="Google Shape;1391;g2d9969011a9_1_501"/>
          <p:cNvGrpSpPr/>
          <p:nvPr/>
        </p:nvGrpSpPr>
        <p:grpSpPr>
          <a:xfrm>
            <a:off x="1791356" y="3483997"/>
            <a:ext cx="2952007" cy="1315103"/>
            <a:chOff x="5509615" y="3363149"/>
            <a:chExt cx="3088519" cy="1436016"/>
          </a:xfrm>
        </p:grpSpPr>
        <p:grpSp>
          <p:nvGrpSpPr>
            <p:cNvPr id="1392" name="Google Shape;1392;g2d9969011a9_1_501"/>
            <p:cNvGrpSpPr/>
            <p:nvPr/>
          </p:nvGrpSpPr>
          <p:grpSpPr>
            <a:xfrm>
              <a:off x="5509615" y="4036950"/>
              <a:ext cx="3088519" cy="762215"/>
              <a:chOff x="5552640" y="3979701"/>
              <a:chExt cx="3088519" cy="762215"/>
            </a:xfrm>
          </p:grpSpPr>
          <p:grpSp>
            <p:nvGrpSpPr>
              <p:cNvPr id="1393" name="Google Shape;1393;g2d9969011a9_1_501"/>
              <p:cNvGrpSpPr/>
              <p:nvPr/>
            </p:nvGrpSpPr>
            <p:grpSpPr>
              <a:xfrm flipH="1">
                <a:off x="5552640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394" name="Google Shape;1394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5" name="Google Shape;1395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6" name="Google Shape;1396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97" name="Google Shape;1397;g2d9969011a9_1_501"/>
              <p:cNvGrpSpPr/>
              <p:nvPr/>
            </p:nvGrpSpPr>
            <p:grpSpPr>
              <a:xfrm flipH="1">
                <a:off x="6068130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398" name="Google Shape;1398;g2d9969011a9_1_50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9" name="Google Shape;1399;g2d9969011a9_1_50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0" name="Google Shape;1400;g2d9969011a9_1_50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1" name="Google Shape;1401;g2d9969011a9_1_501"/>
              <p:cNvGrpSpPr/>
              <p:nvPr/>
            </p:nvGrpSpPr>
            <p:grpSpPr>
              <a:xfrm flipH="1">
                <a:off x="6582037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402" name="Google Shape;1402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4" name="Google Shape;1404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5" name="Google Shape;1405;g2d9969011a9_1_501"/>
              <p:cNvGrpSpPr/>
              <p:nvPr/>
            </p:nvGrpSpPr>
            <p:grpSpPr>
              <a:xfrm flipH="1">
                <a:off x="7096273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406" name="Google Shape;1406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7" name="Google Shape;1407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8" name="Google Shape;1408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09" name="Google Shape;1409;g2d9969011a9_1_501"/>
              <p:cNvGrpSpPr/>
              <p:nvPr/>
            </p:nvGrpSpPr>
            <p:grpSpPr>
              <a:xfrm flipH="1">
                <a:off x="7611763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410" name="Google Shape;1410;g2d9969011a9_1_50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1" name="Google Shape;1411;g2d9969011a9_1_50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2" name="Google Shape;1412;g2d9969011a9_1_50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13" name="Google Shape;1413;g2d9969011a9_1_501"/>
              <p:cNvGrpSpPr/>
              <p:nvPr/>
            </p:nvGrpSpPr>
            <p:grpSpPr>
              <a:xfrm flipH="1">
                <a:off x="8125670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414" name="Google Shape;1414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5" name="Google Shape;1415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17" name="Google Shape;1417;g2d9969011a9_1_501"/>
              <p:cNvGrpSpPr/>
              <p:nvPr/>
            </p:nvGrpSpPr>
            <p:grpSpPr>
              <a:xfrm flipH="1">
                <a:off x="6580784" y="4233770"/>
                <a:ext cx="515489" cy="254076"/>
                <a:chOff x="6398068" y="419971"/>
                <a:chExt cx="627651" cy="309358"/>
              </a:xfrm>
            </p:grpSpPr>
            <p:sp>
              <p:nvSpPr>
                <p:cNvPr id="1418" name="Google Shape;1418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9" name="Google Shape;1419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0" name="Google Shape;1420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1" name="Google Shape;1421;g2d9969011a9_1_501"/>
              <p:cNvGrpSpPr/>
              <p:nvPr/>
            </p:nvGrpSpPr>
            <p:grpSpPr>
              <a:xfrm flipH="1">
                <a:off x="7096274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422" name="Google Shape;1422;g2d9969011a9_1_50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3" name="Google Shape;1423;g2d9969011a9_1_50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4" name="Google Shape;1424;g2d9969011a9_1_50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5" name="Google Shape;1425;g2d9969011a9_1_501"/>
              <p:cNvGrpSpPr/>
              <p:nvPr/>
            </p:nvGrpSpPr>
            <p:grpSpPr>
              <a:xfrm flipH="1">
                <a:off x="7096273" y="3979701"/>
                <a:ext cx="515489" cy="254076"/>
                <a:chOff x="6398068" y="419971"/>
                <a:chExt cx="627651" cy="309358"/>
              </a:xfrm>
            </p:grpSpPr>
            <p:sp>
              <p:nvSpPr>
                <p:cNvPr id="1426" name="Google Shape;1426;g2d9969011a9_1_501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7" name="Google Shape;1427;g2d9969011a9_1_501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8" name="Google Shape;1428;g2d9969011a9_1_501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29" name="Google Shape;1429;g2d9969011a9_1_501"/>
              <p:cNvGrpSpPr/>
              <p:nvPr/>
            </p:nvGrpSpPr>
            <p:grpSpPr>
              <a:xfrm flipH="1">
                <a:off x="7611763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430" name="Google Shape;1430;g2d9969011a9_1_501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1" name="Google Shape;1431;g2d9969011a9_1_501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2" name="Google Shape;1432;g2d9969011a9_1_501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33" name="Google Shape;1433;g2d9969011a9_1_501"/>
            <p:cNvGrpSpPr/>
            <p:nvPr/>
          </p:nvGrpSpPr>
          <p:grpSpPr>
            <a:xfrm>
              <a:off x="7758575" y="3363149"/>
              <a:ext cx="774998" cy="616553"/>
              <a:chOff x="6820850" y="3048799"/>
              <a:chExt cx="774998" cy="616553"/>
            </a:xfrm>
          </p:grpSpPr>
          <p:sp>
            <p:nvSpPr>
              <p:cNvPr id="1434" name="Google Shape;1434;g2d9969011a9_1_501"/>
              <p:cNvSpPr/>
              <p:nvPr/>
            </p:nvSpPr>
            <p:spPr>
              <a:xfrm>
                <a:off x="6820850" y="3221823"/>
                <a:ext cx="299145" cy="177258"/>
              </a:xfrm>
              <a:custGeom>
                <a:rect b="b" l="l" r="r" t="t"/>
                <a:pathLst>
                  <a:path extrusionOk="0" h="2370" w="3999">
                    <a:moveTo>
                      <a:pt x="1983" y="0"/>
                    </a:moveTo>
                    <a:cubicBezTo>
                      <a:pt x="1533" y="0"/>
                      <a:pt x="1176" y="357"/>
                      <a:pt x="1146" y="789"/>
                    </a:cubicBezTo>
                    <a:cubicBezTo>
                      <a:pt x="1053" y="744"/>
                      <a:pt x="945" y="714"/>
                      <a:pt x="837" y="714"/>
                    </a:cubicBezTo>
                    <a:cubicBezTo>
                      <a:pt x="372" y="714"/>
                      <a:pt x="0" y="1086"/>
                      <a:pt x="0" y="1551"/>
                    </a:cubicBezTo>
                    <a:cubicBezTo>
                      <a:pt x="0" y="1998"/>
                      <a:pt x="372" y="2370"/>
                      <a:pt x="837" y="2370"/>
                    </a:cubicBezTo>
                    <a:lnTo>
                      <a:pt x="3240" y="2370"/>
                    </a:lnTo>
                    <a:cubicBezTo>
                      <a:pt x="3672" y="2340"/>
                      <a:pt x="3999" y="1983"/>
                      <a:pt x="3999" y="1551"/>
                    </a:cubicBezTo>
                    <a:cubicBezTo>
                      <a:pt x="3999" y="1086"/>
                      <a:pt x="3627" y="714"/>
                      <a:pt x="3177" y="714"/>
                    </a:cubicBezTo>
                    <a:cubicBezTo>
                      <a:pt x="3035" y="714"/>
                      <a:pt x="2913" y="744"/>
                      <a:pt x="2805" y="807"/>
                    </a:cubicBezTo>
                    <a:cubicBezTo>
                      <a:pt x="2790" y="357"/>
                      <a:pt x="2433" y="0"/>
                      <a:pt x="1983" y="0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g2d9969011a9_1_501"/>
              <p:cNvSpPr/>
              <p:nvPr/>
            </p:nvSpPr>
            <p:spPr>
              <a:xfrm>
                <a:off x="7166767" y="3048799"/>
                <a:ext cx="429081" cy="253771"/>
              </a:xfrm>
              <a:custGeom>
                <a:rect b="b" l="l" r="r" t="t"/>
                <a:pathLst>
                  <a:path extrusionOk="0" h="3393" w="5736">
                    <a:moveTo>
                      <a:pt x="2835" y="1"/>
                    </a:moveTo>
                    <a:cubicBezTo>
                      <a:pt x="2202" y="1"/>
                      <a:pt x="1689" y="495"/>
                      <a:pt x="1659" y="1116"/>
                    </a:cubicBezTo>
                    <a:cubicBezTo>
                      <a:pt x="1503" y="1053"/>
                      <a:pt x="1347" y="1023"/>
                      <a:pt x="1194" y="1023"/>
                    </a:cubicBezTo>
                    <a:cubicBezTo>
                      <a:pt x="543" y="1023"/>
                      <a:pt x="0" y="1548"/>
                      <a:pt x="0" y="2199"/>
                    </a:cubicBezTo>
                    <a:cubicBezTo>
                      <a:pt x="0" y="2850"/>
                      <a:pt x="543" y="3393"/>
                      <a:pt x="1194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52" y="3333"/>
                      <a:pt x="5736" y="2820"/>
                      <a:pt x="5736" y="2199"/>
                    </a:cubicBezTo>
                    <a:cubicBezTo>
                      <a:pt x="5736" y="1548"/>
                      <a:pt x="5193" y="1023"/>
                      <a:pt x="4542" y="1023"/>
                    </a:cubicBezTo>
                    <a:cubicBezTo>
                      <a:pt x="4356" y="1023"/>
                      <a:pt x="4170" y="1068"/>
                      <a:pt x="4014" y="1146"/>
                    </a:cubicBezTo>
                    <a:cubicBezTo>
                      <a:pt x="3999" y="510"/>
                      <a:pt x="3471" y="1"/>
                      <a:pt x="2835" y="1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g2d9969011a9_1_501"/>
              <p:cNvSpPr/>
              <p:nvPr/>
            </p:nvSpPr>
            <p:spPr>
              <a:xfrm>
                <a:off x="7026722" y="3411581"/>
                <a:ext cx="428034" cy="253771"/>
              </a:xfrm>
              <a:custGeom>
                <a:rect b="b" l="l" r="r" t="t"/>
                <a:pathLst>
                  <a:path extrusionOk="0" h="3393" w="5722">
                    <a:moveTo>
                      <a:pt x="2824" y="1"/>
                    </a:moveTo>
                    <a:cubicBezTo>
                      <a:pt x="2188" y="1"/>
                      <a:pt x="1674" y="495"/>
                      <a:pt x="1644" y="1116"/>
                    </a:cubicBezTo>
                    <a:cubicBezTo>
                      <a:pt x="1503" y="1053"/>
                      <a:pt x="1336" y="1023"/>
                      <a:pt x="1179" y="1023"/>
                    </a:cubicBezTo>
                    <a:cubicBezTo>
                      <a:pt x="529" y="1023"/>
                      <a:pt x="0" y="1548"/>
                      <a:pt x="0" y="2199"/>
                    </a:cubicBezTo>
                    <a:cubicBezTo>
                      <a:pt x="0" y="2850"/>
                      <a:pt x="529" y="3393"/>
                      <a:pt x="1179" y="3393"/>
                    </a:cubicBezTo>
                    <a:lnTo>
                      <a:pt x="4635" y="3393"/>
                    </a:lnTo>
                    <a:lnTo>
                      <a:pt x="4635" y="3378"/>
                    </a:lnTo>
                    <a:cubicBezTo>
                      <a:pt x="5241" y="3333"/>
                      <a:pt x="5721" y="2820"/>
                      <a:pt x="5721" y="2199"/>
                    </a:cubicBezTo>
                    <a:cubicBezTo>
                      <a:pt x="5721" y="1548"/>
                      <a:pt x="5193" y="1023"/>
                      <a:pt x="4527" y="1023"/>
                    </a:cubicBezTo>
                    <a:cubicBezTo>
                      <a:pt x="4341" y="1023"/>
                      <a:pt x="4155" y="1068"/>
                      <a:pt x="3999" y="1146"/>
                    </a:cubicBezTo>
                    <a:cubicBezTo>
                      <a:pt x="3984" y="510"/>
                      <a:pt x="3456" y="1"/>
                      <a:pt x="2824" y="1"/>
                    </a:cubicBezTo>
                    <a:close/>
                  </a:path>
                </a:pathLst>
              </a:custGeom>
              <a:solidFill>
                <a:srgbClr val="5BC6C6">
                  <a:alpha val="682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37" name="Google Shape;1437;g2d9969011a9_1_501"/>
          <p:cNvSpPr/>
          <p:nvPr/>
        </p:nvSpPr>
        <p:spPr>
          <a:xfrm>
            <a:off x="25" y="4799175"/>
            <a:ext cx="9144000" cy="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g2d9969011a9_1_501"/>
          <p:cNvSpPr txBox="1"/>
          <p:nvPr>
            <p:ph idx="8" type="title"/>
          </p:nvPr>
        </p:nvSpPr>
        <p:spPr>
          <a:xfrm>
            <a:off x="713150" y="732775"/>
            <a:ext cx="64704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Related Work on data provenance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9" name="Google Shape;1439;g2d9969011a9_1_501"/>
          <p:cNvSpPr txBox="1"/>
          <p:nvPr>
            <p:ph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05</a:t>
            </a:r>
            <a:endParaRPr sz="4500">
              <a:solidFill>
                <a:schemeClr val="lt1"/>
              </a:solidFill>
            </a:endParaRPr>
          </a:p>
        </p:txBody>
      </p:sp>
      <p:grpSp>
        <p:nvGrpSpPr>
          <p:cNvPr id="1440" name="Google Shape;1440;g2d9969011a9_1_501"/>
          <p:cNvGrpSpPr/>
          <p:nvPr/>
        </p:nvGrpSpPr>
        <p:grpSpPr>
          <a:xfrm>
            <a:off x="848592" y="2965540"/>
            <a:ext cx="314690" cy="314671"/>
            <a:chOff x="4169772" y="4185715"/>
            <a:chExt cx="314690" cy="314671"/>
          </a:xfrm>
        </p:grpSpPr>
        <p:sp>
          <p:nvSpPr>
            <p:cNvPr id="1441" name="Google Shape;1441;g2d9969011a9_1_501"/>
            <p:cNvSpPr/>
            <p:nvPr/>
          </p:nvSpPr>
          <p:spPr>
            <a:xfrm>
              <a:off x="4169772" y="4185715"/>
              <a:ext cx="314690" cy="56029"/>
            </a:xfrm>
            <a:custGeom>
              <a:rect b="b" l="l" r="r" t="t"/>
              <a:pathLst>
                <a:path extrusionOk="0" h="3387" w="19026">
                  <a:moveTo>
                    <a:pt x="558" y="1"/>
                  </a:moveTo>
                  <a:cubicBezTo>
                    <a:pt x="246" y="1"/>
                    <a:pt x="0" y="242"/>
                    <a:pt x="0" y="559"/>
                  </a:cubicBezTo>
                  <a:lnTo>
                    <a:pt x="0" y="2828"/>
                  </a:lnTo>
                  <a:cubicBezTo>
                    <a:pt x="0" y="3128"/>
                    <a:pt x="246" y="3387"/>
                    <a:pt x="558" y="3387"/>
                  </a:cubicBezTo>
                  <a:lnTo>
                    <a:pt x="18467" y="3387"/>
                  </a:lnTo>
                  <a:cubicBezTo>
                    <a:pt x="18784" y="3387"/>
                    <a:pt x="19025" y="3128"/>
                    <a:pt x="19025" y="2828"/>
                  </a:cubicBezTo>
                  <a:lnTo>
                    <a:pt x="19025" y="559"/>
                  </a:lnTo>
                  <a:cubicBezTo>
                    <a:pt x="19025" y="242"/>
                    <a:pt x="18784" y="1"/>
                    <a:pt x="18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g2d9969011a9_1_501"/>
            <p:cNvSpPr/>
            <p:nvPr/>
          </p:nvSpPr>
          <p:spPr>
            <a:xfrm>
              <a:off x="4361570" y="4259908"/>
              <a:ext cx="104417" cy="173961"/>
            </a:xfrm>
            <a:custGeom>
              <a:rect b="b" l="l" r="r" t="t"/>
              <a:pathLst>
                <a:path extrusionOk="0" h="10516" w="6313">
                  <a:moveTo>
                    <a:pt x="0" y="1"/>
                  </a:moveTo>
                  <a:cubicBezTo>
                    <a:pt x="1492" y="242"/>
                    <a:pt x="2810" y="988"/>
                    <a:pt x="3762" y="2163"/>
                  </a:cubicBezTo>
                  <a:cubicBezTo>
                    <a:pt x="5289" y="3985"/>
                    <a:pt x="5548" y="6460"/>
                    <a:pt x="4673" y="8506"/>
                  </a:cubicBezTo>
                  <a:lnTo>
                    <a:pt x="6312" y="10516"/>
                  </a:lnTo>
                  <a:lnTo>
                    <a:pt x="63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g2d9969011a9_1_501"/>
            <p:cNvSpPr/>
            <p:nvPr/>
          </p:nvSpPr>
          <p:spPr>
            <a:xfrm>
              <a:off x="4188231" y="4259908"/>
              <a:ext cx="197670" cy="221405"/>
            </a:xfrm>
            <a:custGeom>
              <a:rect b="b" l="l" r="r" t="t"/>
              <a:pathLst>
                <a:path extrusionOk="0" h="13384" w="11951">
                  <a:moveTo>
                    <a:pt x="1" y="1"/>
                  </a:moveTo>
                  <a:lnTo>
                    <a:pt x="1" y="12825"/>
                  </a:lnTo>
                  <a:cubicBezTo>
                    <a:pt x="1" y="13142"/>
                    <a:pt x="247" y="13384"/>
                    <a:pt x="559" y="13384"/>
                  </a:cubicBezTo>
                  <a:lnTo>
                    <a:pt x="11950" y="13384"/>
                  </a:lnTo>
                  <a:lnTo>
                    <a:pt x="10856" y="12044"/>
                  </a:lnTo>
                  <a:cubicBezTo>
                    <a:pt x="10427" y="12137"/>
                    <a:pt x="9980" y="12191"/>
                    <a:pt x="9533" y="12191"/>
                  </a:cubicBezTo>
                  <a:cubicBezTo>
                    <a:pt x="7689" y="12191"/>
                    <a:pt x="5960" y="11373"/>
                    <a:pt x="4803" y="9980"/>
                  </a:cubicBezTo>
                  <a:cubicBezTo>
                    <a:pt x="2645" y="7371"/>
                    <a:pt x="3016" y="3503"/>
                    <a:pt x="5625" y="1341"/>
                  </a:cubicBezTo>
                  <a:cubicBezTo>
                    <a:pt x="6460" y="635"/>
                    <a:pt x="7483" y="188"/>
                    <a:pt x="8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g2d9969011a9_1_501"/>
            <p:cNvSpPr/>
            <p:nvPr/>
          </p:nvSpPr>
          <p:spPr>
            <a:xfrm>
              <a:off x="4252588" y="4277178"/>
              <a:ext cx="186273" cy="165938"/>
            </a:xfrm>
            <a:custGeom>
              <a:rect b="b" l="l" r="r" t="t"/>
              <a:pathLst>
                <a:path extrusionOk="0" h="10031" w="11262">
                  <a:moveTo>
                    <a:pt x="5658" y="1"/>
                  </a:moveTo>
                  <a:cubicBezTo>
                    <a:pt x="4478" y="1"/>
                    <a:pt x="3348" y="393"/>
                    <a:pt x="2440" y="1154"/>
                  </a:cubicBezTo>
                  <a:cubicBezTo>
                    <a:pt x="300" y="2923"/>
                    <a:pt x="1" y="6086"/>
                    <a:pt x="1770" y="8208"/>
                  </a:cubicBezTo>
                  <a:cubicBezTo>
                    <a:pt x="2757" y="9418"/>
                    <a:pt x="4191" y="10030"/>
                    <a:pt x="5642" y="10030"/>
                  </a:cubicBezTo>
                  <a:cubicBezTo>
                    <a:pt x="6759" y="10030"/>
                    <a:pt x="7894" y="9659"/>
                    <a:pt x="8823" y="8878"/>
                  </a:cubicBezTo>
                  <a:cubicBezTo>
                    <a:pt x="10963" y="7127"/>
                    <a:pt x="11262" y="3946"/>
                    <a:pt x="9493" y="1824"/>
                  </a:cubicBezTo>
                  <a:cubicBezTo>
                    <a:pt x="8640" y="801"/>
                    <a:pt x="7447" y="149"/>
                    <a:pt x="6107" y="20"/>
                  </a:cubicBezTo>
                  <a:cubicBezTo>
                    <a:pt x="5957" y="7"/>
                    <a:pt x="5807" y="1"/>
                    <a:pt x="56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g2d9969011a9_1_501"/>
            <p:cNvSpPr/>
            <p:nvPr/>
          </p:nvSpPr>
          <p:spPr>
            <a:xfrm>
              <a:off x="4386545" y="4417889"/>
              <a:ext cx="80037" cy="82497"/>
            </a:xfrm>
            <a:custGeom>
              <a:rect b="b" l="l" r="r" t="t"/>
              <a:pathLst>
                <a:path extrusionOk="0" h="4987" w="4839">
                  <a:moveTo>
                    <a:pt x="2587" y="1"/>
                  </a:moveTo>
                  <a:cubicBezTo>
                    <a:pt x="2270" y="448"/>
                    <a:pt x="1881" y="876"/>
                    <a:pt x="1434" y="1247"/>
                  </a:cubicBezTo>
                  <a:cubicBezTo>
                    <a:pt x="1005" y="1600"/>
                    <a:pt x="518" y="1899"/>
                    <a:pt x="0" y="2123"/>
                  </a:cubicBezTo>
                  <a:lnTo>
                    <a:pt x="1841" y="4374"/>
                  </a:lnTo>
                  <a:cubicBezTo>
                    <a:pt x="2176" y="4785"/>
                    <a:pt x="2663" y="4986"/>
                    <a:pt x="3127" y="4986"/>
                  </a:cubicBezTo>
                  <a:cubicBezTo>
                    <a:pt x="3516" y="4986"/>
                    <a:pt x="3891" y="4857"/>
                    <a:pt x="4204" y="4597"/>
                  </a:cubicBezTo>
                  <a:cubicBezTo>
                    <a:pt x="4539" y="4316"/>
                    <a:pt x="4762" y="3910"/>
                    <a:pt x="4802" y="3481"/>
                  </a:cubicBezTo>
                  <a:cubicBezTo>
                    <a:pt x="4838" y="3034"/>
                    <a:pt x="4709" y="2587"/>
                    <a:pt x="4427" y="2252"/>
                  </a:cubicBezTo>
                  <a:lnTo>
                    <a:pt x="2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6" name="Google Shape;1446;g2d9969011a9_1_501"/>
          <p:cNvGrpSpPr/>
          <p:nvPr/>
        </p:nvGrpSpPr>
        <p:grpSpPr>
          <a:xfrm>
            <a:off x="4835207" y="2965552"/>
            <a:ext cx="255821" cy="299165"/>
            <a:chOff x="1529350" y="258825"/>
            <a:chExt cx="423475" cy="481825"/>
          </a:xfrm>
        </p:grpSpPr>
        <p:sp>
          <p:nvSpPr>
            <p:cNvPr id="1447" name="Google Shape;1447;g2d9969011a9_1_501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5BC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g2d9969011a9_1_501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5BC6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9" name="Google Shape;1449;g2d9969011a9_1_501"/>
          <p:cNvGrpSpPr/>
          <p:nvPr/>
        </p:nvGrpSpPr>
        <p:grpSpPr>
          <a:xfrm>
            <a:off x="4785009" y="1743408"/>
            <a:ext cx="335075" cy="304294"/>
            <a:chOff x="-33646250" y="3586425"/>
            <a:chExt cx="293000" cy="292225"/>
          </a:xfrm>
        </p:grpSpPr>
        <p:sp>
          <p:nvSpPr>
            <p:cNvPr id="1450" name="Google Shape;1450;g2d9969011a9_1_501"/>
            <p:cNvSpPr/>
            <p:nvPr/>
          </p:nvSpPr>
          <p:spPr>
            <a:xfrm>
              <a:off x="-33646250" y="3739225"/>
              <a:ext cx="141775" cy="139425"/>
            </a:xfrm>
            <a:custGeom>
              <a:rect b="b" l="l" r="r" t="t"/>
              <a:pathLst>
                <a:path extrusionOk="0" h="5577" w="5671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g2d9969011a9_1_501"/>
            <p:cNvSpPr/>
            <p:nvPr/>
          </p:nvSpPr>
          <p:spPr>
            <a:xfrm>
              <a:off x="-33541500" y="3586425"/>
              <a:ext cx="188250" cy="187475"/>
            </a:xfrm>
            <a:custGeom>
              <a:rect b="b" l="l" r="r" t="t"/>
              <a:pathLst>
                <a:path extrusionOk="0" h="7499" w="753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2" name="Google Shape;1452;g2d9969011a9_1_501"/>
          <p:cNvGrpSpPr/>
          <p:nvPr/>
        </p:nvGrpSpPr>
        <p:grpSpPr>
          <a:xfrm>
            <a:off x="838319" y="1731697"/>
            <a:ext cx="326983" cy="359214"/>
            <a:chOff x="-49375900" y="3550975"/>
            <a:chExt cx="256800" cy="300900"/>
          </a:xfrm>
        </p:grpSpPr>
        <p:sp>
          <p:nvSpPr>
            <p:cNvPr id="1453" name="Google Shape;1453;g2d9969011a9_1_501"/>
            <p:cNvSpPr/>
            <p:nvPr/>
          </p:nvSpPr>
          <p:spPr>
            <a:xfrm>
              <a:off x="-4923177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g2d9969011a9_1_501"/>
            <p:cNvSpPr/>
            <p:nvPr/>
          </p:nvSpPr>
          <p:spPr>
            <a:xfrm>
              <a:off x="-49291625" y="3726625"/>
              <a:ext cx="87450" cy="123675"/>
            </a:xfrm>
            <a:custGeom>
              <a:rect b="b" l="l" r="r" t="t"/>
              <a:pathLst>
                <a:path extrusionOk="0" h="4947" w="3498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g2d9969011a9_1_501"/>
            <p:cNvSpPr/>
            <p:nvPr/>
          </p:nvSpPr>
          <p:spPr>
            <a:xfrm>
              <a:off x="-49288475" y="3647075"/>
              <a:ext cx="81150" cy="61450"/>
            </a:xfrm>
            <a:custGeom>
              <a:rect b="b" l="l" r="r" t="t"/>
              <a:pathLst>
                <a:path extrusionOk="0" h="2458" w="3246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g2d9969011a9_1_501"/>
            <p:cNvSpPr/>
            <p:nvPr/>
          </p:nvSpPr>
          <p:spPr>
            <a:xfrm>
              <a:off x="-49375900" y="3648650"/>
              <a:ext cx="59100" cy="59875"/>
            </a:xfrm>
            <a:custGeom>
              <a:rect b="b" l="l" r="r" t="t"/>
              <a:pathLst>
                <a:path extrusionOk="0" h="2395" w="2364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g2d9969011a9_1_501"/>
            <p:cNvSpPr/>
            <p:nvPr/>
          </p:nvSpPr>
          <p:spPr>
            <a:xfrm>
              <a:off x="-49229400" y="3726625"/>
              <a:ext cx="109500" cy="125250"/>
            </a:xfrm>
            <a:custGeom>
              <a:rect b="b" l="l" r="r" t="t"/>
              <a:pathLst>
                <a:path extrusionOk="0" h="5010" w="438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g2d9969011a9_1_501"/>
            <p:cNvSpPr/>
            <p:nvPr/>
          </p:nvSpPr>
          <p:spPr>
            <a:xfrm>
              <a:off x="-49179000" y="3648650"/>
              <a:ext cx="59900" cy="59875"/>
            </a:xfrm>
            <a:custGeom>
              <a:rect b="b" l="l" r="r" t="t"/>
              <a:pathLst>
                <a:path extrusionOk="0" h="2395" w="2396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g2d9969011a9_1_501"/>
            <p:cNvSpPr/>
            <p:nvPr/>
          </p:nvSpPr>
          <p:spPr>
            <a:xfrm>
              <a:off x="-49323125" y="3638425"/>
              <a:ext cx="59100" cy="59075"/>
            </a:xfrm>
            <a:custGeom>
              <a:rect b="b" l="l" r="r" t="t"/>
              <a:pathLst>
                <a:path extrusionOk="0" h="2363" w="2364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g2d9969011a9_1_501"/>
            <p:cNvSpPr/>
            <p:nvPr/>
          </p:nvSpPr>
          <p:spPr>
            <a:xfrm>
              <a:off x="-49375100" y="3726625"/>
              <a:ext cx="108700" cy="125250"/>
            </a:xfrm>
            <a:custGeom>
              <a:rect b="b" l="l" r="r" t="t"/>
              <a:pathLst>
                <a:path extrusionOk="0" h="5010" w="4348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g2d9969011a9_1_501"/>
            <p:cNvSpPr/>
            <p:nvPr/>
          </p:nvSpPr>
          <p:spPr>
            <a:xfrm>
              <a:off x="-49256975" y="3550975"/>
              <a:ext cx="17350" cy="53600"/>
            </a:xfrm>
            <a:custGeom>
              <a:rect b="b" l="l" r="r" t="t"/>
              <a:pathLst>
                <a:path extrusionOk="0" h="2144" w="694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g2d9969011a9_1_501"/>
            <p:cNvSpPr/>
            <p:nvPr/>
          </p:nvSpPr>
          <p:spPr>
            <a:xfrm>
              <a:off x="-49323125" y="3575850"/>
              <a:ext cx="43350" cy="32650"/>
            </a:xfrm>
            <a:custGeom>
              <a:rect b="b" l="l" r="r" t="t"/>
              <a:pathLst>
                <a:path extrusionOk="0" h="1306" w="1734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g2d9969011a9_1_501"/>
            <p:cNvSpPr/>
            <p:nvPr/>
          </p:nvSpPr>
          <p:spPr>
            <a:xfrm>
              <a:off x="-49217575" y="3575525"/>
              <a:ext cx="44900" cy="32975"/>
            </a:xfrm>
            <a:custGeom>
              <a:rect b="b" l="l" r="r" t="t"/>
              <a:pathLst>
                <a:path extrusionOk="0" h="1319" w="1796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"/>
          <p:cNvSpPr/>
          <p:nvPr/>
        </p:nvSpPr>
        <p:spPr>
          <a:xfrm>
            <a:off x="1753175" y="1565701"/>
            <a:ext cx="65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69" name="Google Shape;1469;p8"/>
          <p:cNvSpPr/>
          <p:nvPr/>
        </p:nvSpPr>
        <p:spPr>
          <a:xfrm>
            <a:off x="2411575" y="1565700"/>
            <a:ext cx="4619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Create a well-structured database involves several key steps to ensure efficiency, scalability, and data integrity. With metadata attach to the documents.</a:t>
            </a:r>
            <a:endParaRPr b="0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70" name="Google Shape;1470;p8"/>
          <p:cNvSpPr/>
          <p:nvPr/>
        </p:nvSpPr>
        <p:spPr>
          <a:xfrm>
            <a:off x="1753175" y="2408150"/>
            <a:ext cx="65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71" name="Google Shape;1471;p8"/>
          <p:cNvSpPr/>
          <p:nvPr/>
        </p:nvSpPr>
        <p:spPr>
          <a:xfrm>
            <a:off x="2411575" y="2408150"/>
            <a:ext cx="4619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Development of a website for easier data access, allowing data and metadata downloads.</a:t>
            </a:r>
            <a:endParaRPr b="0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72" name="Google Shape;1472;p8"/>
          <p:cNvSpPr/>
          <p:nvPr/>
        </p:nvSpPr>
        <p:spPr>
          <a:xfrm>
            <a:off x="1753175" y="3250599"/>
            <a:ext cx="65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73" name="Google Shape;1473;p8"/>
          <p:cNvSpPr/>
          <p:nvPr/>
        </p:nvSpPr>
        <p:spPr>
          <a:xfrm>
            <a:off x="2411575" y="3250600"/>
            <a:ext cx="4619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Document analysis via graphs and tables, with the ability to track data provenance of documents, manual entry of data or created  the use of a machine learning algorithm.</a:t>
            </a:r>
            <a:endParaRPr b="0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74" name="Google Shape;1474;p8"/>
          <p:cNvSpPr txBox="1"/>
          <p:nvPr>
            <p:ph type="title"/>
          </p:nvPr>
        </p:nvSpPr>
        <p:spPr>
          <a:xfrm>
            <a:off x="713150" y="748500"/>
            <a:ext cx="3746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Expected Results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75" name="Google Shape;1475;p8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06</a:t>
            </a:r>
            <a:endParaRPr sz="4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9"/>
          <p:cNvSpPr txBox="1"/>
          <p:nvPr>
            <p:ph type="title"/>
          </p:nvPr>
        </p:nvSpPr>
        <p:spPr>
          <a:xfrm>
            <a:off x="1936250" y="187217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Milestone 1</a:t>
            </a:r>
            <a:endParaRPr/>
          </a:p>
        </p:txBody>
      </p:sp>
      <p:sp>
        <p:nvSpPr>
          <p:cNvPr id="1481" name="Google Shape;1481;p9"/>
          <p:cNvSpPr txBox="1"/>
          <p:nvPr>
            <p:ph idx="1" type="subTitle"/>
          </p:nvPr>
        </p:nvSpPr>
        <p:spPr>
          <a:xfrm>
            <a:off x="1936250" y="2211378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Requirement Gathering, Goals, life cycle objectives, calendar and Roles of Team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2" name="Google Shape;1482;p9"/>
          <p:cNvSpPr txBox="1"/>
          <p:nvPr>
            <p:ph idx="9" type="title"/>
          </p:nvPr>
        </p:nvSpPr>
        <p:spPr>
          <a:xfrm>
            <a:off x="5321700" y="1849575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Milestone 2</a:t>
            </a:r>
            <a:endParaRPr/>
          </a:p>
        </p:txBody>
      </p:sp>
      <p:sp>
        <p:nvSpPr>
          <p:cNvPr id="1483" name="Google Shape;1483;p9"/>
          <p:cNvSpPr txBox="1"/>
          <p:nvPr>
            <p:ph idx="4" type="title"/>
          </p:nvPr>
        </p:nvSpPr>
        <p:spPr>
          <a:xfrm>
            <a:off x="1936250" y="3439988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Milestone 3</a:t>
            </a:r>
            <a:endParaRPr/>
          </a:p>
        </p:txBody>
      </p:sp>
      <p:sp>
        <p:nvSpPr>
          <p:cNvPr id="1484" name="Google Shape;1484;p9"/>
          <p:cNvSpPr txBox="1"/>
          <p:nvPr>
            <p:ph idx="6" type="subTitle"/>
          </p:nvPr>
        </p:nvSpPr>
        <p:spPr>
          <a:xfrm>
            <a:off x="1936250" y="3779040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Prototype, peer evaluation and mid-term presentation with supervisors</a:t>
            </a:r>
            <a:endParaRPr/>
          </a:p>
        </p:txBody>
      </p:sp>
      <p:sp>
        <p:nvSpPr>
          <p:cNvPr id="1485" name="Google Shape;1485;p9"/>
          <p:cNvSpPr txBox="1"/>
          <p:nvPr>
            <p:ph idx="13" type="subTitle"/>
          </p:nvPr>
        </p:nvSpPr>
        <p:spPr>
          <a:xfrm>
            <a:off x="5232662" y="2145125"/>
            <a:ext cx="21534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Cases, Architecture,Functional and Nonfunctional Requirements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6" name="Google Shape;1486;p9"/>
          <p:cNvSpPr txBox="1"/>
          <p:nvPr>
            <p:ph idx="14" type="title"/>
          </p:nvPr>
        </p:nvSpPr>
        <p:spPr>
          <a:xfrm>
            <a:off x="5321725" y="3440000"/>
            <a:ext cx="1975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Milestone 4</a:t>
            </a:r>
            <a:endParaRPr/>
          </a:p>
        </p:txBody>
      </p:sp>
      <p:sp>
        <p:nvSpPr>
          <p:cNvPr id="1487" name="Google Shape;1487;p9"/>
          <p:cNvSpPr txBox="1"/>
          <p:nvPr>
            <p:ph idx="15" type="subTitle"/>
          </p:nvPr>
        </p:nvSpPr>
        <p:spPr>
          <a:xfrm>
            <a:off x="5321705" y="3779053"/>
            <a:ext cx="1975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presentation, Posters,Video and Final Deployment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488" name="Google Shape;1488;p9"/>
          <p:cNvGrpSpPr/>
          <p:nvPr/>
        </p:nvGrpSpPr>
        <p:grpSpPr>
          <a:xfrm>
            <a:off x="2785634" y="3093304"/>
            <a:ext cx="276416" cy="314738"/>
            <a:chOff x="5659199" y="3476918"/>
            <a:chExt cx="276416" cy="314738"/>
          </a:xfrm>
        </p:grpSpPr>
        <p:sp>
          <p:nvSpPr>
            <p:cNvPr id="1489" name="Google Shape;1489;p9"/>
            <p:cNvSpPr/>
            <p:nvPr/>
          </p:nvSpPr>
          <p:spPr>
            <a:xfrm>
              <a:off x="5714608" y="3532038"/>
              <a:ext cx="18194" cy="18495"/>
            </a:xfrm>
            <a:custGeom>
              <a:rect b="b" l="l" r="r" t="t"/>
              <a:pathLst>
                <a:path extrusionOk="0" h="1118" w="1100">
                  <a:moveTo>
                    <a:pt x="541" y="1"/>
                  </a:moveTo>
                  <a:cubicBezTo>
                    <a:pt x="242" y="1"/>
                    <a:pt x="1" y="264"/>
                    <a:pt x="1" y="559"/>
                  </a:cubicBezTo>
                  <a:cubicBezTo>
                    <a:pt x="1" y="876"/>
                    <a:pt x="242" y="1117"/>
                    <a:pt x="541" y="1117"/>
                  </a:cubicBezTo>
                  <a:cubicBezTo>
                    <a:pt x="854" y="1117"/>
                    <a:pt x="1100" y="876"/>
                    <a:pt x="1100" y="559"/>
                  </a:cubicBezTo>
                  <a:cubicBezTo>
                    <a:pt x="1100" y="264"/>
                    <a:pt x="854" y="1"/>
                    <a:pt x="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9"/>
            <p:cNvSpPr/>
            <p:nvPr/>
          </p:nvSpPr>
          <p:spPr>
            <a:xfrm>
              <a:off x="5862079" y="3643849"/>
              <a:ext cx="18492" cy="18478"/>
            </a:xfrm>
            <a:custGeom>
              <a:rect b="b" l="l" r="r" t="t"/>
              <a:pathLst>
                <a:path extrusionOk="0" h="1117" w="1118">
                  <a:moveTo>
                    <a:pt x="559" y="0"/>
                  </a:moveTo>
                  <a:cubicBezTo>
                    <a:pt x="242" y="0"/>
                    <a:pt x="1" y="259"/>
                    <a:pt x="1" y="559"/>
                  </a:cubicBezTo>
                  <a:cubicBezTo>
                    <a:pt x="1" y="876"/>
                    <a:pt x="242" y="1117"/>
                    <a:pt x="559" y="1117"/>
                  </a:cubicBezTo>
                  <a:cubicBezTo>
                    <a:pt x="854" y="1117"/>
                    <a:pt x="1118" y="876"/>
                    <a:pt x="1118" y="559"/>
                  </a:cubicBezTo>
                  <a:cubicBezTo>
                    <a:pt x="1118" y="259"/>
                    <a:pt x="854" y="0"/>
                    <a:pt x="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9"/>
            <p:cNvSpPr/>
            <p:nvPr/>
          </p:nvSpPr>
          <p:spPr>
            <a:xfrm>
              <a:off x="5659199" y="3476918"/>
              <a:ext cx="276416" cy="314738"/>
            </a:xfrm>
            <a:custGeom>
              <a:rect b="b" l="l" r="r" t="t"/>
              <a:pathLst>
                <a:path extrusionOk="0" h="19026" w="16712">
                  <a:moveTo>
                    <a:pt x="3891" y="2216"/>
                  </a:moveTo>
                  <a:cubicBezTo>
                    <a:pt x="4820" y="2216"/>
                    <a:pt x="5566" y="2980"/>
                    <a:pt x="5566" y="3891"/>
                  </a:cubicBezTo>
                  <a:cubicBezTo>
                    <a:pt x="5566" y="4825"/>
                    <a:pt x="4820" y="5566"/>
                    <a:pt x="3891" y="5566"/>
                  </a:cubicBezTo>
                  <a:cubicBezTo>
                    <a:pt x="2976" y="5566"/>
                    <a:pt x="2234" y="4825"/>
                    <a:pt x="2234" y="3891"/>
                  </a:cubicBezTo>
                  <a:cubicBezTo>
                    <a:pt x="2234" y="2980"/>
                    <a:pt x="2976" y="2216"/>
                    <a:pt x="3891" y="2216"/>
                  </a:cubicBezTo>
                  <a:close/>
                  <a:moveTo>
                    <a:pt x="12825" y="8992"/>
                  </a:moveTo>
                  <a:cubicBezTo>
                    <a:pt x="13737" y="8992"/>
                    <a:pt x="14478" y="9738"/>
                    <a:pt x="14478" y="10650"/>
                  </a:cubicBezTo>
                  <a:cubicBezTo>
                    <a:pt x="14478" y="11579"/>
                    <a:pt x="13737" y="12325"/>
                    <a:pt x="12825" y="12325"/>
                  </a:cubicBezTo>
                  <a:cubicBezTo>
                    <a:pt x="11892" y="12325"/>
                    <a:pt x="11150" y="11579"/>
                    <a:pt x="11150" y="10650"/>
                  </a:cubicBezTo>
                  <a:cubicBezTo>
                    <a:pt x="11150" y="9738"/>
                    <a:pt x="11892" y="8992"/>
                    <a:pt x="12825" y="8992"/>
                  </a:cubicBezTo>
                  <a:close/>
                  <a:moveTo>
                    <a:pt x="3923" y="0"/>
                  </a:moveTo>
                  <a:cubicBezTo>
                    <a:pt x="3913" y="0"/>
                    <a:pt x="3902" y="0"/>
                    <a:pt x="3891" y="0"/>
                  </a:cubicBezTo>
                  <a:cubicBezTo>
                    <a:pt x="1711" y="0"/>
                    <a:pt x="1" y="1751"/>
                    <a:pt x="1" y="3891"/>
                  </a:cubicBezTo>
                  <a:cubicBezTo>
                    <a:pt x="1" y="4749"/>
                    <a:pt x="260" y="5584"/>
                    <a:pt x="782" y="6276"/>
                  </a:cubicBezTo>
                  <a:lnTo>
                    <a:pt x="3351" y="9738"/>
                  </a:lnTo>
                  <a:lnTo>
                    <a:pt x="3351" y="10650"/>
                  </a:lnTo>
                  <a:cubicBezTo>
                    <a:pt x="3351" y="10967"/>
                    <a:pt x="3087" y="11208"/>
                    <a:pt x="2792" y="11208"/>
                  </a:cubicBezTo>
                  <a:lnTo>
                    <a:pt x="1676" y="11208"/>
                  </a:lnTo>
                  <a:cubicBezTo>
                    <a:pt x="742" y="11208"/>
                    <a:pt x="1" y="11972"/>
                    <a:pt x="1" y="12883"/>
                  </a:cubicBezTo>
                  <a:cubicBezTo>
                    <a:pt x="1" y="13812"/>
                    <a:pt x="742" y="14558"/>
                    <a:pt x="1676" y="14558"/>
                  </a:cubicBezTo>
                  <a:lnTo>
                    <a:pt x="6125" y="14558"/>
                  </a:lnTo>
                  <a:cubicBezTo>
                    <a:pt x="6437" y="14558"/>
                    <a:pt x="6683" y="14799"/>
                    <a:pt x="6683" y="15117"/>
                  </a:cubicBezTo>
                  <a:cubicBezTo>
                    <a:pt x="6683" y="15411"/>
                    <a:pt x="6437" y="15675"/>
                    <a:pt x="6125" y="15675"/>
                  </a:cubicBezTo>
                  <a:lnTo>
                    <a:pt x="3891" y="15675"/>
                  </a:lnTo>
                  <a:cubicBezTo>
                    <a:pt x="2976" y="15675"/>
                    <a:pt x="2234" y="16416"/>
                    <a:pt x="2234" y="17350"/>
                  </a:cubicBezTo>
                  <a:cubicBezTo>
                    <a:pt x="2234" y="18261"/>
                    <a:pt x="2976" y="19025"/>
                    <a:pt x="3891" y="19025"/>
                  </a:cubicBezTo>
                  <a:lnTo>
                    <a:pt x="11709" y="19025"/>
                  </a:lnTo>
                  <a:cubicBezTo>
                    <a:pt x="12620" y="19025"/>
                    <a:pt x="13384" y="18261"/>
                    <a:pt x="13384" y="17350"/>
                  </a:cubicBezTo>
                  <a:lnTo>
                    <a:pt x="13384" y="16416"/>
                  </a:lnTo>
                  <a:lnTo>
                    <a:pt x="15930" y="12995"/>
                  </a:lnTo>
                  <a:cubicBezTo>
                    <a:pt x="16453" y="12325"/>
                    <a:pt x="16712" y="11503"/>
                    <a:pt x="16712" y="10650"/>
                  </a:cubicBezTo>
                  <a:cubicBezTo>
                    <a:pt x="16712" y="8488"/>
                    <a:pt x="14965" y="6759"/>
                    <a:pt x="12825" y="6759"/>
                  </a:cubicBezTo>
                  <a:cubicBezTo>
                    <a:pt x="10645" y="6759"/>
                    <a:pt x="8917" y="8528"/>
                    <a:pt x="8917" y="10650"/>
                  </a:cubicBezTo>
                  <a:cubicBezTo>
                    <a:pt x="8917" y="11503"/>
                    <a:pt x="9176" y="12307"/>
                    <a:pt x="9698" y="12995"/>
                  </a:cubicBezTo>
                  <a:lnTo>
                    <a:pt x="12267" y="16416"/>
                  </a:lnTo>
                  <a:lnTo>
                    <a:pt x="12267" y="17350"/>
                  </a:lnTo>
                  <a:cubicBezTo>
                    <a:pt x="12267" y="17645"/>
                    <a:pt x="12003" y="17908"/>
                    <a:pt x="11709" y="17908"/>
                  </a:cubicBezTo>
                  <a:lnTo>
                    <a:pt x="3891" y="17908"/>
                  </a:lnTo>
                  <a:cubicBezTo>
                    <a:pt x="3592" y="17908"/>
                    <a:pt x="3351" y="17645"/>
                    <a:pt x="3351" y="17350"/>
                  </a:cubicBezTo>
                  <a:cubicBezTo>
                    <a:pt x="3351" y="17033"/>
                    <a:pt x="3592" y="16792"/>
                    <a:pt x="3891" y="16792"/>
                  </a:cubicBezTo>
                  <a:lnTo>
                    <a:pt x="6125" y="16792"/>
                  </a:lnTo>
                  <a:cubicBezTo>
                    <a:pt x="7054" y="16792"/>
                    <a:pt x="7800" y="16046"/>
                    <a:pt x="7800" y="15117"/>
                  </a:cubicBezTo>
                  <a:cubicBezTo>
                    <a:pt x="7800" y="14183"/>
                    <a:pt x="7054" y="13441"/>
                    <a:pt x="6125" y="13441"/>
                  </a:cubicBezTo>
                  <a:lnTo>
                    <a:pt x="1676" y="13441"/>
                  </a:lnTo>
                  <a:cubicBezTo>
                    <a:pt x="1358" y="13441"/>
                    <a:pt x="1117" y="13200"/>
                    <a:pt x="1117" y="12883"/>
                  </a:cubicBezTo>
                  <a:cubicBezTo>
                    <a:pt x="1117" y="12584"/>
                    <a:pt x="1358" y="12325"/>
                    <a:pt x="1676" y="12325"/>
                  </a:cubicBezTo>
                  <a:lnTo>
                    <a:pt x="2792" y="12325"/>
                  </a:lnTo>
                  <a:cubicBezTo>
                    <a:pt x="3704" y="12325"/>
                    <a:pt x="4450" y="11579"/>
                    <a:pt x="4450" y="10650"/>
                  </a:cubicBezTo>
                  <a:lnTo>
                    <a:pt x="4450" y="9738"/>
                  </a:lnTo>
                  <a:lnTo>
                    <a:pt x="7018" y="6276"/>
                  </a:lnTo>
                  <a:cubicBezTo>
                    <a:pt x="7554" y="5566"/>
                    <a:pt x="7800" y="4731"/>
                    <a:pt x="7800" y="3949"/>
                  </a:cubicBezTo>
                  <a:cubicBezTo>
                    <a:pt x="7818" y="1855"/>
                    <a:pt x="6159" y="0"/>
                    <a:pt x="3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2" name="Google Shape;1492;p9"/>
          <p:cNvGrpSpPr/>
          <p:nvPr/>
        </p:nvGrpSpPr>
        <p:grpSpPr>
          <a:xfrm>
            <a:off x="6151985" y="1503065"/>
            <a:ext cx="314608" cy="314671"/>
            <a:chOff x="3679692" y="4185715"/>
            <a:chExt cx="314608" cy="314671"/>
          </a:xfrm>
        </p:grpSpPr>
        <p:sp>
          <p:nvSpPr>
            <p:cNvPr id="1493" name="Google Shape;1493;p9"/>
            <p:cNvSpPr/>
            <p:nvPr/>
          </p:nvSpPr>
          <p:spPr>
            <a:xfrm>
              <a:off x="3744628" y="4185715"/>
              <a:ext cx="110851" cy="73614"/>
            </a:xfrm>
            <a:custGeom>
              <a:rect b="b" l="l" r="r" t="t"/>
              <a:pathLst>
                <a:path extrusionOk="0" h="4450" w="6702">
                  <a:moveTo>
                    <a:pt x="3351" y="1676"/>
                  </a:moveTo>
                  <a:cubicBezTo>
                    <a:pt x="3668" y="1676"/>
                    <a:pt x="3910" y="1917"/>
                    <a:pt x="3910" y="2234"/>
                  </a:cubicBezTo>
                  <a:cubicBezTo>
                    <a:pt x="3910" y="2533"/>
                    <a:pt x="3668" y="2793"/>
                    <a:pt x="3351" y="2793"/>
                  </a:cubicBezTo>
                  <a:cubicBezTo>
                    <a:pt x="3034" y="2793"/>
                    <a:pt x="2793" y="2533"/>
                    <a:pt x="2793" y="2234"/>
                  </a:cubicBezTo>
                  <a:cubicBezTo>
                    <a:pt x="2793" y="1917"/>
                    <a:pt x="3034" y="1676"/>
                    <a:pt x="3351" y="1676"/>
                  </a:cubicBezTo>
                  <a:close/>
                  <a:moveTo>
                    <a:pt x="3351" y="1"/>
                  </a:moveTo>
                  <a:cubicBezTo>
                    <a:pt x="2123" y="1"/>
                    <a:pt x="1118" y="1006"/>
                    <a:pt x="1118" y="2234"/>
                  </a:cubicBezTo>
                  <a:cubicBezTo>
                    <a:pt x="506" y="2234"/>
                    <a:pt x="1" y="2717"/>
                    <a:pt x="1" y="3351"/>
                  </a:cubicBezTo>
                  <a:lnTo>
                    <a:pt x="1" y="3891"/>
                  </a:lnTo>
                  <a:cubicBezTo>
                    <a:pt x="1" y="4209"/>
                    <a:pt x="265" y="4450"/>
                    <a:pt x="559" y="4450"/>
                  </a:cubicBezTo>
                  <a:lnTo>
                    <a:pt x="6143" y="4450"/>
                  </a:lnTo>
                  <a:cubicBezTo>
                    <a:pt x="6442" y="4450"/>
                    <a:pt x="6701" y="4209"/>
                    <a:pt x="6701" y="3891"/>
                  </a:cubicBezTo>
                  <a:lnTo>
                    <a:pt x="6701" y="3351"/>
                  </a:lnTo>
                  <a:cubicBezTo>
                    <a:pt x="6701" y="2717"/>
                    <a:pt x="6201" y="2234"/>
                    <a:pt x="5585" y="2234"/>
                  </a:cubicBezTo>
                  <a:cubicBezTo>
                    <a:pt x="5585" y="1006"/>
                    <a:pt x="4580" y="1"/>
                    <a:pt x="3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9"/>
            <p:cNvSpPr/>
            <p:nvPr/>
          </p:nvSpPr>
          <p:spPr>
            <a:xfrm>
              <a:off x="3679692" y="4241132"/>
              <a:ext cx="240723" cy="259254"/>
            </a:xfrm>
            <a:custGeom>
              <a:rect b="b" l="l" r="r" t="t"/>
              <a:pathLst>
                <a:path extrusionOk="0" h="15672" w="14554">
                  <a:moveTo>
                    <a:pt x="11744" y="4526"/>
                  </a:moveTo>
                  <a:cubicBezTo>
                    <a:pt x="12044" y="4526"/>
                    <a:pt x="12285" y="4767"/>
                    <a:pt x="12285" y="5084"/>
                  </a:cubicBezTo>
                  <a:cubicBezTo>
                    <a:pt x="12285" y="5397"/>
                    <a:pt x="12044" y="5643"/>
                    <a:pt x="11744" y="5643"/>
                  </a:cubicBezTo>
                  <a:lnTo>
                    <a:pt x="8394" y="5643"/>
                  </a:lnTo>
                  <a:cubicBezTo>
                    <a:pt x="8077" y="5643"/>
                    <a:pt x="7836" y="5397"/>
                    <a:pt x="7836" y="5084"/>
                  </a:cubicBezTo>
                  <a:cubicBezTo>
                    <a:pt x="7836" y="4767"/>
                    <a:pt x="8077" y="4526"/>
                    <a:pt x="8394" y="4526"/>
                  </a:cubicBezTo>
                  <a:close/>
                  <a:moveTo>
                    <a:pt x="6169" y="3407"/>
                  </a:moveTo>
                  <a:cubicBezTo>
                    <a:pt x="6311" y="3407"/>
                    <a:pt x="6451" y="3463"/>
                    <a:pt x="6554" y="3574"/>
                  </a:cubicBezTo>
                  <a:cubicBezTo>
                    <a:pt x="6777" y="3798"/>
                    <a:pt x="6777" y="4151"/>
                    <a:pt x="6554" y="4356"/>
                  </a:cubicBezTo>
                  <a:lnTo>
                    <a:pt x="4338" y="6590"/>
                  </a:lnTo>
                  <a:cubicBezTo>
                    <a:pt x="4226" y="6701"/>
                    <a:pt x="4079" y="6759"/>
                    <a:pt x="3927" y="6759"/>
                  </a:cubicBezTo>
                  <a:cubicBezTo>
                    <a:pt x="3797" y="6759"/>
                    <a:pt x="3650" y="6701"/>
                    <a:pt x="3538" y="6590"/>
                  </a:cubicBezTo>
                  <a:lnTo>
                    <a:pt x="2422" y="5473"/>
                  </a:lnTo>
                  <a:cubicBezTo>
                    <a:pt x="2216" y="5250"/>
                    <a:pt x="2216" y="4915"/>
                    <a:pt x="2422" y="4691"/>
                  </a:cubicBezTo>
                  <a:cubicBezTo>
                    <a:pt x="2533" y="4580"/>
                    <a:pt x="2677" y="4524"/>
                    <a:pt x="2821" y="4524"/>
                  </a:cubicBezTo>
                  <a:cubicBezTo>
                    <a:pt x="2965" y="4524"/>
                    <a:pt x="3109" y="4580"/>
                    <a:pt x="3221" y="4691"/>
                  </a:cubicBezTo>
                  <a:lnTo>
                    <a:pt x="3927" y="5419"/>
                  </a:lnTo>
                  <a:lnTo>
                    <a:pt x="5772" y="3574"/>
                  </a:lnTo>
                  <a:cubicBezTo>
                    <a:pt x="5884" y="3463"/>
                    <a:pt x="6028" y="3407"/>
                    <a:pt x="6169" y="3407"/>
                  </a:cubicBezTo>
                  <a:close/>
                  <a:moveTo>
                    <a:pt x="11615" y="7876"/>
                  </a:moveTo>
                  <a:cubicBezTo>
                    <a:pt x="11932" y="7876"/>
                    <a:pt x="12173" y="8117"/>
                    <a:pt x="12173" y="8435"/>
                  </a:cubicBezTo>
                  <a:cubicBezTo>
                    <a:pt x="12173" y="8729"/>
                    <a:pt x="11932" y="8993"/>
                    <a:pt x="11615" y="8993"/>
                  </a:cubicBezTo>
                  <a:lnTo>
                    <a:pt x="8394" y="8993"/>
                  </a:lnTo>
                  <a:cubicBezTo>
                    <a:pt x="8077" y="8993"/>
                    <a:pt x="7836" y="8729"/>
                    <a:pt x="7836" y="8435"/>
                  </a:cubicBezTo>
                  <a:cubicBezTo>
                    <a:pt x="7836" y="8117"/>
                    <a:pt x="8077" y="7876"/>
                    <a:pt x="8394" y="7876"/>
                  </a:cubicBezTo>
                  <a:close/>
                  <a:moveTo>
                    <a:pt x="6169" y="6757"/>
                  </a:moveTo>
                  <a:cubicBezTo>
                    <a:pt x="6311" y="6757"/>
                    <a:pt x="6451" y="6813"/>
                    <a:pt x="6554" y="6925"/>
                  </a:cubicBezTo>
                  <a:cubicBezTo>
                    <a:pt x="6777" y="7130"/>
                    <a:pt x="6777" y="7483"/>
                    <a:pt x="6554" y="7706"/>
                  </a:cubicBezTo>
                  <a:lnTo>
                    <a:pt x="4338" y="9940"/>
                  </a:lnTo>
                  <a:cubicBezTo>
                    <a:pt x="4226" y="10052"/>
                    <a:pt x="4079" y="10087"/>
                    <a:pt x="3927" y="10087"/>
                  </a:cubicBezTo>
                  <a:cubicBezTo>
                    <a:pt x="3797" y="10087"/>
                    <a:pt x="3650" y="10052"/>
                    <a:pt x="3538" y="9940"/>
                  </a:cubicBezTo>
                  <a:lnTo>
                    <a:pt x="2422" y="8823"/>
                  </a:lnTo>
                  <a:cubicBezTo>
                    <a:pt x="2216" y="8600"/>
                    <a:pt x="2216" y="8247"/>
                    <a:pt x="2422" y="8024"/>
                  </a:cubicBezTo>
                  <a:cubicBezTo>
                    <a:pt x="2533" y="7921"/>
                    <a:pt x="2677" y="7870"/>
                    <a:pt x="2821" y="7870"/>
                  </a:cubicBezTo>
                  <a:cubicBezTo>
                    <a:pt x="2965" y="7870"/>
                    <a:pt x="3109" y="7921"/>
                    <a:pt x="3221" y="8024"/>
                  </a:cubicBezTo>
                  <a:lnTo>
                    <a:pt x="3927" y="8747"/>
                  </a:lnTo>
                  <a:lnTo>
                    <a:pt x="5772" y="6925"/>
                  </a:lnTo>
                  <a:cubicBezTo>
                    <a:pt x="5884" y="6813"/>
                    <a:pt x="6028" y="6757"/>
                    <a:pt x="6169" y="6757"/>
                  </a:cubicBezTo>
                  <a:close/>
                  <a:moveTo>
                    <a:pt x="11503" y="11204"/>
                  </a:moveTo>
                  <a:cubicBezTo>
                    <a:pt x="11820" y="11204"/>
                    <a:pt x="12061" y="11468"/>
                    <a:pt x="12061" y="11763"/>
                  </a:cubicBezTo>
                  <a:cubicBezTo>
                    <a:pt x="12061" y="12080"/>
                    <a:pt x="11820" y="12321"/>
                    <a:pt x="11503" y="12321"/>
                  </a:cubicBezTo>
                  <a:lnTo>
                    <a:pt x="8394" y="12321"/>
                  </a:lnTo>
                  <a:cubicBezTo>
                    <a:pt x="8077" y="12321"/>
                    <a:pt x="7836" y="12080"/>
                    <a:pt x="7836" y="11763"/>
                  </a:cubicBezTo>
                  <a:cubicBezTo>
                    <a:pt x="7836" y="11468"/>
                    <a:pt x="8077" y="11204"/>
                    <a:pt x="8394" y="11204"/>
                  </a:cubicBezTo>
                  <a:close/>
                  <a:moveTo>
                    <a:pt x="6169" y="10103"/>
                  </a:moveTo>
                  <a:cubicBezTo>
                    <a:pt x="6311" y="10103"/>
                    <a:pt x="6451" y="10154"/>
                    <a:pt x="6554" y="10257"/>
                  </a:cubicBezTo>
                  <a:cubicBezTo>
                    <a:pt x="6777" y="10480"/>
                    <a:pt x="6777" y="10833"/>
                    <a:pt x="6554" y="11057"/>
                  </a:cubicBezTo>
                  <a:lnTo>
                    <a:pt x="4338" y="13272"/>
                  </a:lnTo>
                  <a:cubicBezTo>
                    <a:pt x="4226" y="13384"/>
                    <a:pt x="4079" y="13438"/>
                    <a:pt x="3927" y="13438"/>
                  </a:cubicBezTo>
                  <a:cubicBezTo>
                    <a:pt x="3797" y="13438"/>
                    <a:pt x="3650" y="13384"/>
                    <a:pt x="3538" y="13272"/>
                  </a:cubicBezTo>
                  <a:lnTo>
                    <a:pt x="2422" y="12156"/>
                  </a:lnTo>
                  <a:cubicBezTo>
                    <a:pt x="2216" y="11950"/>
                    <a:pt x="2216" y="11597"/>
                    <a:pt x="2422" y="11374"/>
                  </a:cubicBezTo>
                  <a:cubicBezTo>
                    <a:pt x="2533" y="11262"/>
                    <a:pt x="2677" y="11206"/>
                    <a:pt x="2821" y="11206"/>
                  </a:cubicBezTo>
                  <a:cubicBezTo>
                    <a:pt x="2965" y="11206"/>
                    <a:pt x="3109" y="11262"/>
                    <a:pt x="3221" y="11374"/>
                  </a:cubicBezTo>
                  <a:lnTo>
                    <a:pt x="3927" y="12098"/>
                  </a:lnTo>
                  <a:lnTo>
                    <a:pt x="5772" y="10257"/>
                  </a:lnTo>
                  <a:cubicBezTo>
                    <a:pt x="5884" y="10154"/>
                    <a:pt x="6028" y="10103"/>
                    <a:pt x="6169" y="10103"/>
                  </a:cubicBezTo>
                  <a:close/>
                  <a:moveTo>
                    <a:pt x="559" y="1"/>
                  </a:moveTo>
                  <a:cubicBezTo>
                    <a:pt x="242" y="1"/>
                    <a:pt x="0" y="242"/>
                    <a:pt x="0" y="541"/>
                  </a:cubicBezTo>
                  <a:lnTo>
                    <a:pt x="0" y="15113"/>
                  </a:lnTo>
                  <a:cubicBezTo>
                    <a:pt x="0" y="15430"/>
                    <a:pt x="242" y="15671"/>
                    <a:pt x="559" y="15671"/>
                  </a:cubicBezTo>
                  <a:lnTo>
                    <a:pt x="13996" y="15671"/>
                  </a:lnTo>
                  <a:cubicBezTo>
                    <a:pt x="14313" y="15671"/>
                    <a:pt x="14554" y="15430"/>
                    <a:pt x="14554" y="15113"/>
                  </a:cubicBezTo>
                  <a:lnTo>
                    <a:pt x="14554" y="541"/>
                  </a:lnTo>
                  <a:cubicBezTo>
                    <a:pt x="14554" y="242"/>
                    <a:pt x="14313" y="1"/>
                    <a:pt x="13996" y="1"/>
                  </a:cubicBezTo>
                  <a:lnTo>
                    <a:pt x="11744" y="1"/>
                  </a:lnTo>
                  <a:lnTo>
                    <a:pt x="11744" y="541"/>
                  </a:lnTo>
                  <a:cubicBezTo>
                    <a:pt x="11744" y="1471"/>
                    <a:pt x="10980" y="2217"/>
                    <a:pt x="10069" y="2217"/>
                  </a:cubicBezTo>
                  <a:lnTo>
                    <a:pt x="4485" y="2217"/>
                  </a:lnTo>
                  <a:cubicBezTo>
                    <a:pt x="3574" y="2217"/>
                    <a:pt x="2810" y="1471"/>
                    <a:pt x="2810" y="541"/>
                  </a:cubicBezTo>
                  <a:lnTo>
                    <a:pt x="28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9"/>
            <p:cNvSpPr/>
            <p:nvPr/>
          </p:nvSpPr>
          <p:spPr>
            <a:xfrm>
              <a:off x="3938874" y="4223250"/>
              <a:ext cx="55426" cy="55153"/>
            </a:xfrm>
            <a:custGeom>
              <a:rect b="b" l="l" r="r" t="t"/>
              <a:pathLst>
                <a:path extrusionOk="0" h="3334" w="3351">
                  <a:moveTo>
                    <a:pt x="1676" y="1"/>
                  </a:moveTo>
                  <a:cubicBezTo>
                    <a:pt x="1363" y="1"/>
                    <a:pt x="1117" y="247"/>
                    <a:pt x="1117" y="559"/>
                  </a:cubicBezTo>
                  <a:lnTo>
                    <a:pt x="1117" y="1118"/>
                  </a:lnTo>
                  <a:lnTo>
                    <a:pt x="559" y="1118"/>
                  </a:lnTo>
                  <a:cubicBezTo>
                    <a:pt x="264" y="1118"/>
                    <a:pt x="1" y="1363"/>
                    <a:pt x="1" y="1658"/>
                  </a:cubicBezTo>
                  <a:lnTo>
                    <a:pt x="1" y="3333"/>
                  </a:lnTo>
                  <a:lnTo>
                    <a:pt x="3351" y="3333"/>
                  </a:lnTo>
                  <a:lnTo>
                    <a:pt x="3351" y="1658"/>
                  </a:lnTo>
                  <a:cubicBezTo>
                    <a:pt x="3351" y="1363"/>
                    <a:pt x="3092" y="1118"/>
                    <a:pt x="2793" y="1118"/>
                  </a:cubicBezTo>
                  <a:lnTo>
                    <a:pt x="2234" y="1118"/>
                  </a:lnTo>
                  <a:lnTo>
                    <a:pt x="2234" y="559"/>
                  </a:lnTo>
                  <a:cubicBezTo>
                    <a:pt x="2234" y="247"/>
                    <a:pt x="1975" y="1"/>
                    <a:pt x="1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9"/>
            <p:cNvSpPr/>
            <p:nvPr/>
          </p:nvSpPr>
          <p:spPr>
            <a:xfrm>
              <a:off x="3938874" y="4297525"/>
              <a:ext cx="55426" cy="110487"/>
            </a:xfrm>
            <a:custGeom>
              <a:rect b="b" l="l" r="r" t="t"/>
              <a:pathLst>
                <a:path extrusionOk="0" h="6679" w="3351">
                  <a:moveTo>
                    <a:pt x="1" y="0"/>
                  </a:moveTo>
                  <a:lnTo>
                    <a:pt x="1" y="6678"/>
                  </a:lnTo>
                  <a:lnTo>
                    <a:pt x="3351" y="6678"/>
                  </a:lnTo>
                  <a:lnTo>
                    <a:pt x="3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9"/>
            <p:cNvSpPr/>
            <p:nvPr/>
          </p:nvSpPr>
          <p:spPr>
            <a:xfrm>
              <a:off x="3938874" y="4426474"/>
              <a:ext cx="55426" cy="73912"/>
            </a:xfrm>
            <a:custGeom>
              <a:rect b="b" l="l" r="r" t="t"/>
              <a:pathLst>
                <a:path extrusionOk="0" h="4468" w="3351">
                  <a:moveTo>
                    <a:pt x="1" y="0"/>
                  </a:moveTo>
                  <a:lnTo>
                    <a:pt x="1" y="112"/>
                  </a:lnTo>
                  <a:cubicBezTo>
                    <a:pt x="1" y="1175"/>
                    <a:pt x="412" y="2198"/>
                    <a:pt x="1117" y="2997"/>
                  </a:cubicBezTo>
                  <a:lnTo>
                    <a:pt x="1117" y="3909"/>
                  </a:lnTo>
                  <a:cubicBezTo>
                    <a:pt x="1117" y="4226"/>
                    <a:pt x="1363" y="4467"/>
                    <a:pt x="1676" y="4467"/>
                  </a:cubicBezTo>
                  <a:cubicBezTo>
                    <a:pt x="1975" y="4467"/>
                    <a:pt x="2234" y="4226"/>
                    <a:pt x="2234" y="3909"/>
                  </a:cubicBezTo>
                  <a:lnTo>
                    <a:pt x="2234" y="2997"/>
                  </a:lnTo>
                  <a:cubicBezTo>
                    <a:pt x="2944" y="2198"/>
                    <a:pt x="3351" y="1175"/>
                    <a:pt x="3351" y="112"/>
                  </a:cubicBezTo>
                  <a:lnTo>
                    <a:pt x="3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8" name="Google Shape;1498;p9"/>
          <p:cNvGrpSpPr/>
          <p:nvPr/>
        </p:nvGrpSpPr>
        <p:grpSpPr>
          <a:xfrm>
            <a:off x="6151892" y="3080467"/>
            <a:ext cx="314905" cy="314672"/>
            <a:chOff x="2209104" y="4185417"/>
            <a:chExt cx="314905" cy="314672"/>
          </a:xfrm>
        </p:grpSpPr>
        <p:sp>
          <p:nvSpPr>
            <p:cNvPr id="1499" name="Google Shape;1499;p9"/>
            <p:cNvSpPr/>
            <p:nvPr/>
          </p:nvSpPr>
          <p:spPr>
            <a:xfrm>
              <a:off x="2301166" y="4259015"/>
              <a:ext cx="74480" cy="56029"/>
            </a:xfrm>
            <a:custGeom>
              <a:rect b="b" l="l" r="r" t="t"/>
              <a:pathLst>
                <a:path extrusionOk="0" h="3387" w="4503">
                  <a:moveTo>
                    <a:pt x="558" y="1"/>
                  </a:moveTo>
                  <a:cubicBezTo>
                    <a:pt x="259" y="1"/>
                    <a:pt x="0" y="296"/>
                    <a:pt x="0" y="595"/>
                  </a:cubicBezTo>
                  <a:lnTo>
                    <a:pt x="0" y="3387"/>
                  </a:lnTo>
                  <a:lnTo>
                    <a:pt x="4503" y="3387"/>
                  </a:lnTo>
                  <a:lnTo>
                    <a:pt x="4503" y="595"/>
                  </a:lnTo>
                  <a:cubicBezTo>
                    <a:pt x="4503" y="296"/>
                    <a:pt x="4244" y="1"/>
                    <a:pt x="3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9"/>
            <p:cNvSpPr/>
            <p:nvPr/>
          </p:nvSpPr>
          <p:spPr>
            <a:xfrm>
              <a:off x="2394104" y="4259015"/>
              <a:ext cx="73603" cy="56029"/>
            </a:xfrm>
            <a:custGeom>
              <a:rect b="b" l="l" r="r" t="t"/>
              <a:pathLst>
                <a:path extrusionOk="0" h="3387" w="4450">
                  <a:moveTo>
                    <a:pt x="559" y="1"/>
                  </a:moveTo>
                  <a:cubicBezTo>
                    <a:pt x="242" y="1"/>
                    <a:pt x="1" y="296"/>
                    <a:pt x="1" y="595"/>
                  </a:cubicBezTo>
                  <a:lnTo>
                    <a:pt x="1" y="3387"/>
                  </a:lnTo>
                  <a:lnTo>
                    <a:pt x="4450" y="3387"/>
                  </a:lnTo>
                  <a:lnTo>
                    <a:pt x="4450" y="595"/>
                  </a:lnTo>
                  <a:cubicBezTo>
                    <a:pt x="4450" y="296"/>
                    <a:pt x="4208" y="1"/>
                    <a:pt x="3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9"/>
            <p:cNvSpPr/>
            <p:nvPr/>
          </p:nvSpPr>
          <p:spPr>
            <a:xfrm>
              <a:off x="2209104" y="4185417"/>
              <a:ext cx="36950" cy="36972"/>
            </a:xfrm>
            <a:custGeom>
              <a:rect b="b" l="l" r="r" t="t"/>
              <a:pathLst>
                <a:path extrusionOk="0" h="2235" w="2234">
                  <a:moveTo>
                    <a:pt x="1117" y="1"/>
                  </a:moveTo>
                  <a:cubicBezTo>
                    <a:pt x="800" y="1"/>
                    <a:pt x="559" y="242"/>
                    <a:pt x="559" y="559"/>
                  </a:cubicBezTo>
                  <a:lnTo>
                    <a:pt x="559" y="1118"/>
                  </a:lnTo>
                  <a:cubicBezTo>
                    <a:pt x="241" y="1118"/>
                    <a:pt x="0" y="1359"/>
                    <a:pt x="0" y="1676"/>
                  </a:cubicBezTo>
                  <a:lnTo>
                    <a:pt x="0" y="2234"/>
                  </a:lnTo>
                  <a:lnTo>
                    <a:pt x="2234" y="2234"/>
                  </a:lnTo>
                  <a:lnTo>
                    <a:pt x="2234" y="1676"/>
                  </a:lnTo>
                  <a:cubicBezTo>
                    <a:pt x="2234" y="1359"/>
                    <a:pt x="1975" y="1118"/>
                    <a:pt x="1675" y="1118"/>
                  </a:cubicBezTo>
                  <a:lnTo>
                    <a:pt x="1675" y="559"/>
                  </a:lnTo>
                  <a:cubicBezTo>
                    <a:pt x="1675" y="242"/>
                    <a:pt x="1416" y="1"/>
                    <a:pt x="1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9"/>
            <p:cNvSpPr/>
            <p:nvPr/>
          </p:nvSpPr>
          <p:spPr>
            <a:xfrm>
              <a:off x="2209104" y="4240851"/>
              <a:ext cx="73603" cy="37254"/>
            </a:xfrm>
            <a:custGeom>
              <a:rect b="b" l="l" r="r" t="t"/>
              <a:pathLst>
                <a:path extrusionOk="0" h="2252" w="4450">
                  <a:moveTo>
                    <a:pt x="0" y="0"/>
                  </a:moveTo>
                  <a:lnTo>
                    <a:pt x="0" y="2251"/>
                  </a:lnTo>
                  <a:lnTo>
                    <a:pt x="2234" y="2251"/>
                  </a:lnTo>
                  <a:lnTo>
                    <a:pt x="2234" y="1099"/>
                  </a:lnTo>
                  <a:lnTo>
                    <a:pt x="3891" y="1099"/>
                  </a:lnTo>
                  <a:cubicBezTo>
                    <a:pt x="4208" y="1099"/>
                    <a:pt x="4449" y="858"/>
                    <a:pt x="4449" y="541"/>
                  </a:cubicBezTo>
                  <a:cubicBezTo>
                    <a:pt x="4449" y="241"/>
                    <a:pt x="4208" y="0"/>
                    <a:pt x="38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9"/>
            <p:cNvSpPr/>
            <p:nvPr/>
          </p:nvSpPr>
          <p:spPr>
            <a:xfrm>
              <a:off x="2209104" y="4296566"/>
              <a:ext cx="73603" cy="110554"/>
            </a:xfrm>
            <a:custGeom>
              <a:rect b="b" l="l" r="r" t="t"/>
              <a:pathLst>
                <a:path extrusionOk="0" h="6683" w="4450">
                  <a:moveTo>
                    <a:pt x="0" y="0"/>
                  </a:moveTo>
                  <a:lnTo>
                    <a:pt x="0" y="6683"/>
                  </a:lnTo>
                  <a:lnTo>
                    <a:pt x="2234" y="6683"/>
                  </a:lnTo>
                  <a:lnTo>
                    <a:pt x="2234" y="2792"/>
                  </a:lnTo>
                  <a:cubicBezTo>
                    <a:pt x="2234" y="1863"/>
                    <a:pt x="2980" y="1117"/>
                    <a:pt x="3891" y="1117"/>
                  </a:cubicBezTo>
                  <a:lnTo>
                    <a:pt x="4449" y="1117"/>
                  </a:lnTo>
                  <a:lnTo>
                    <a:pt x="44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9"/>
            <p:cNvSpPr/>
            <p:nvPr/>
          </p:nvSpPr>
          <p:spPr>
            <a:xfrm>
              <a:off x="2449215" y="4333505"/>
              <a:ext cx="74496" cy="38511"/>
            </a:xfrm>
            <a:custGeom>
              <a:rect b="b" l="l" r="r" t="t"/>
              <a:pathLst>
                <a:path extrusionOk="0" h="2328" w="4504">
                  <a:moveTo>
                    <a:pt x="1" y="1"/>
                  </a:moveTo>
                  <a:lnTo>
                    <a:pt x="1" y="2234"/>
                  </a:lnTo>
                  <a:lnTo>
                    <a:pt x="3945" y="2234"/>
                  </a:lnTo>
                  <a:cubicBezTo>
                    <a:pt x="4133" y="2234"/>
                    <a:pt x="4321" y="2270"/>
                    <a:pt x="4504" y="2328"/>
                  </a:cubicBezTo>
                  <a:lnTo>
                    <a:pt x="4504" y="559"/>
                  </a:lnTo>
                  <a:cubicBezTo>
                    <a:pt x="4504" y="242"/>
                    <a:pt x="4245" y="1"/>
                    <a:pt x="39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9"/>
            <p:cNvSpPr/>
            <p:nvPr/>
          </p:nvSpPr>
          <p:spPr>
            <a:xfrm>
              <a:off x="2357170" y="4333505"/>
              <a:ext cx="73603" cy="53002"/>
            </a:xfrm>
            <a:custGeom>
              <a:rect b="b" l="l" r="r" t="t"/>
              <a:pathLst>
                <a:path extrusionOk="0" h="3204" w="4450">
                  <a:moveTo>
                    <a:pt x="0" y="1"/>
                  </a:moveTo>
                  <a:lnTo>
                    <a:pt x="0" y="3203"/>
                  </a:lnTo>
                  <a:lnTo>
                    <a:pt x="482" y="2717"/>
                  </a:lnTo>
                  <a:cubicBezTo>
                    <a:pt x="800" y="2404"/>
                    <a:pt x="1228" y="2234"/>
                    <a:pt x="1675" y="2234"/>
                  </a:cubicBezTo>
                  <a:lnTo>
                    <a:pt x="4449" y="2234"/>
                  </a:lnTo>
                  <a:lnTo>
                    <a:pt x="44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9"/>
            <p:cNvSpPr/>
            <p:nvPr/>
          </p:nvSpPr>
          <p:spPr>
            <a:xfrm>
              <a:off x="2264215" y="4333505"/>
              <a:ext cx="74496" cy="73614"/>
            </a:xfrm>
            <a:custGeom>
              <a:rect b="b" l="l" r="r" t="t"/>
              <a:pathLst>
                <a:path extrusionOk="0" h="4450" w="4504">
                  <a:moveTo>
                    <a:pt x="559" y="1"/>
                  </a:moveTo>
                  <a:cubicBezTo>
                    <a:pt x="260" y="1"/>
                    <a:pt x="1" y="242"/>
                    <a:pt x="1" y="559"/>
                  </a:cubicBezTo>
                  <a:lnTo>
                    <a:pt x="1" y="4450"/>
                  </a:lnTo>
                  <a:lnTo>
                    <a:pt x="4374" y="4450"/>
                  </a:lnTo>
                  <a:lnTo>
                    <a:pt x="4503" y="4320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9"/>
            <p:cNvSpPr/>
            <p:nvPr/>
          </p:nvSpPr>
          <p:spPr>
            <a:xfrm>
              <a:off x="2209104" y="4388923"/>
              <a:ext cx="314905" cy="111166"/>
            </a:xfrm>
            <a:custGeom>
              <a:rect b="b" l="l" r="r" t="t"/>
              <a:pathLst>
                <a:path extrusionOk="0" h="6720" w="19039">
                  <a:moveTo>
                    <a:pt x="12843" y="1658"/>
                  </a:moveTo>
                  <a:cubicBezTo>
                    <a:pt x="13160" y="1658"/>
                    <a:pt x="13401" y="1917"/>
                    <a:pt x="13401" y="2217"/>
                  </a:cubicBezTo>
                  <a:cubicBezTo>
                    <a:pt x="13401" y="2534"/>
                    <a:pt x="13160" y="2775"/>
                    <a:pt x="12843" y="2775"/>
                  </a:cubicBezTo>
                  <a:cubicBezTo>
                    <a:pt x="12543" y="2775"/>
                    <a:pt x="12302" y="2534"/>
                    <a:pt x="12302" y="2217"/>
                  </a:cubicBezTo>
                  <a:cubicBezTo>
                    <a:pt x="12302" y="1917"/>
                    <a:pt x="12543" y="1658"/>
                    <a:pt x="12843" y="1658"/>
                  </a:cubicBezTo>
                  <a:close/>
                  <a:moveTo>
                    <a:pt x="15076" y="1658"/>
                  </a:moveTo>
                  <a:cubicBezTo>
                    <a:pt x="15393" y="1658"/>
                    <a:pt x="15635" y="1917"/>
                    <a:pt x="15635" y="2217"/>
                  </a:cubicBezTo>
                  <a:cubicBezTo>
                    <a:pt x="15635" y="2534"/>
                    <a:pt x="15393" y="2775"/>
                    <a:pt x="15076" y="2775"/>
                  </a:cubicBezTo>
                  <a:cubicBezTo>
                    <a:pt x="14777" y="2775"/>
                    <a:pt x="14518" y="2534"/>
                    <a:pt x="14518" y="2217"/>
                  </a:cubicBezTo>
                  <a:cubicBezTo>
                    <a:pt x="14518" y="1917"/>
                    <a:pt x="14777" y="1658"/>
                    <a:pt x="15076" y="1658"/>
                  </a:cubicBezTo>
                  <a:close/>
                  <a:moveTo>
                    <a:pt x="10627" y="1"/>
                  </a:moveTo>
                  <a:cubicBezTo>
                    <a:pt x="10480" y="1"/>
                    <a:pt x="10328" y="59"/>
                    <a:pt x="10239" y="148"/>
                  </a:cubicBezTo>
                  <a:lnTo>
                    <a:pt x="8170" y="2217"/>
                  </a:lnTo>
                  <a:lnTo>
                    <a:pt x="559" y="2217"/>
                  </a:lnTo>
                  <a:cubicBezTo>
                    <a:pt x="241" y="2217"/>
                    <a:pt x="0" y="2476"/>
                    <a:pt x="0" y="2775"/>
                  </a:cubicBezTo>
                  <a:lnTo>
                    <a:pt x="0" y="4973"/>
                  </a:lnTo>
                  <a:cubicBezTo>
                    <a:pt x="0" y="5120"/>
                    <a:pt x="54" y="5267"/>
                    <a:pt x="165" y="5361"/>
                  </a:cubicBezTo>
                  <a:cubicBezTo>
                    <a:pt x="277" y="5473"/>
                    <a:pt x="389" y="5531"/>
                    <a:pt x="559" y="5531"/>
                  </a:cubicBezTo>
                  <a:cubicBezTo>
                    <a:pt x="576" y="5529"/>
                    <a:pt x="594" y="5529"/>
                    <a:pt x="611" y="5529"/>
                  </a:cubicBezTo>
                  <a:cubicBezTo>
                    <a:pt x="840" y="5529"/>
                    <a:pt x="1092" y="5660"/>
                    <a:pt x="1229" y="5884"/>
                  </a:cubicBezTo>
                  <a:cubicBezTo>
                    <a:pt x="1581" y="6402"/>
                    <a:pt x="2176" y="6719"/>
                    <a:pt x="2810" y="6719"/>
                  </a:cubicBezTo>
                  <a:cubicBezTo>
                    <a:pt x="3444" y="6719"/>
                    <a:pt x="4038" y="6402"/>
                    <a:pt x="4391" y="5884"/>
                  </a:cubicBezTo>
                  <a:cubicBezTo>
                    <a:pt x="4541" y="5661"/>
                    <a:pt x="4792" y="5549"/>
                    <a:pt x="5043" y="5549"/>
                  </a:cubicBezTo>
                  <a:cubicBezTo>
                    <a:pt x="5295" y="5549"/>
                    <a:pt x="5546" y="5661"/>
                    <a:pt x="5696" y="5884"/>
                  </a:cubicBezTo>
                  <a:cubicBezTo>
                    <a:pt x="6048" y="6402"/>
                    <a:pt x="6665" y="6719"/>
                    <a:pt x="7313" y="6719"/>
                  </a:cubicBezTo>
                  <a:cubicBezTo>
                    <a:pt x="7947" y="6719"/>
                    <a:pt x="8523" y="6402"/>
                    <a:pt x="8876" y="5884"/>
                  </a:cubicBezTo>
                  <a:cubicBezTo>
                    <a:pt x="9026" y="5661"/>
                    <a:pt x="9277" y="5549"/>
                    <a:pt x="9528" y="5549"/>
                  </a:cubicBezTo>
                  <a:cubicBezTo>
                    <a:pt x="9780" y="5549"/>
                    <a:pt x="10031" y="5661"/>
                    <a:pt x="10180" y="5884"/>
                  </a:cubicBezTo>
                  <a:cubicBezTo>
                    <a:pt x="10533" y="6402"/>
                    <a:pt x="11132" y="6719"/>
                    <a:pt x="11762" y="6719"/>
                  </a:cubicBezTo>
                  <a:cubicBezTo>
                    <a:pt x="12396" y="6719"/>
                    <a:pt x="12990" y="6402"/>
                    <a:pt x="13343" y="5884"/>
                  </a:cubicBezTo>
                  <a:cubicBezTo>
                    <a:pt x="13493" y="5661"/>
                    <a:pt x="13744" y="5549"/>
                    <a:pt x="13995" y="5549"/>
                  </a:cubicBezTo>
                  <a:cubicBezTo>
                    <a:pt x="14247" y="5549"/>
                    <a:pt x="14498" y="5661"/>
                    <a:pt x="14647" y="5884"/>
                  </a:cubicBezTo>
                  <a:cubicBezTo>
                    <a:pt x="15000" y="6402"/>
                    <a:pt x="15577" y="6719"/>
                    <a:pt x="16229" y="6719"/>
                  </a:cubicBezTo>
                  <a:cubicBezTo>
                    <a:pt x="16863" y="6719"/>
                    <a:pt x="17475" y="6402"/>
                    <a:pt x="17832" y="5884"/>
                  </a:cubicBezTo>
                  <a:cubicBezTo>
                    <a:pt x="17980" y="5661"/>
                    <a:pt x="18221" y="5531"/>
                    <a:pt x="18480" y="5531"/>
                  </a:cubicBezTo>
                  <a:cubicBezTo>
                    <a:pt x="18779" y="5509"/>
                    <a:pt x="19021" y="5267"/>
                    <a:pt x="19021" y="4950"/>
                  </a:cubicBezTo>
                  <a:cubicBezTo>
                    <a:pt x="19003" y="4656"/>
                    <a:pt x="18779" y="4414"/>
                    <a:pt x="18444" y="4414"/>
                  </a:cubicBezTo>
                  <a:cubicBezTo>
                    <a:pt x="18092" y="4414"/>
                    <a:pt x="17698" y="4526"/>
                    <a:pt x="17404" y="4727"/>
                  </a:cubicBezTo>
                  <a:cubicBezTo>
                    <a:pt x="18762" y="2717"/>
                    <a:pt x="18985" y="747"/>
                    <a:pt x="19021" y="635"/>
                  </a:cubicBezTo>
                  <a:cubicBezTo>
                    <a:pt x="19039" y="465"/>
                    <a:pt x="18985" y="300"/>
                    <a:pt x="18873" y="189"/>
                  </a:cubicBezTo>
                  <a:cubicBezTo>
                    <a:pt x="18779" y="59"/>
                    <a:pt x="18632" y="1"/>
                    <a:pt x="18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8" name="Google Shape;1508;p9"/>
          <p:cNvGrpSpPr/>
          <p:nvPr/>
        </p:nvGrpSpPr>
        <p:grpSpPr>
          <a:xfrm>
            <a:off x="2785460" y="1525631"/>
            <a:ext cx="276780" cy="314738"/>
            <a:chOff x="3208385" y="3476918"/>
            <a:chExt cx="276780" cy="314738"/>
          </a:xfrm>
        </p:grpSpPr>
        <p:sp>
          <p:nvSpPr>
            <p:cNvPr id="1509" name="Google Shape;1509;p9"/>
            <p:cNvSpPr/>
            <p:nvPr/>
          </p:nvSpPr>
          <p:spPr>
            <a:xfrm>
              <a:off x="3249321" y="3476918"/>
              <a:ext cx="194924" cy="74276"/>
            </a:xfrm>
            <a:custGeom>
              <a:rect b="b" l="l" r="r" t="t"/>
              <a:pathLst>
                <a:path extrusionOk="0" h="4490" w="11785">
                  <a:moveTo>
                    <a:pt x="5883" y="0"/>
                  </a:moveTo>
                  <a:cubicBezTo>
                    <a:pt x="3091" y="0"/>
                    <a:pt x="728" y="1921"/>
                    <a:pt x="0" y="4490"/>
                  </a:cubicBezTo>
                  <a:lnTo>
                    <a:pt x="3668" y="4490"/>
                  </a:lnTo>
                  <a:cubicBezTo>
                    <a:pt x="4579" y="4490"/>
                    <a:pt x="5343" y="3744"/>
                    <a:pt x="5343" y="2814"/>
                  </a:cubicBezTo>
                  <a:cubicBezTo>
                    <a:pt x="5343" y="2515"/>
                    <a:pt x="5584" y="2256"/>
                    <a:pt x="5883" y="2256"/>
                  </a:cubicBezTo>
                  <a:cubicBezTo>
                    <a:pt x="6200" y="2256"/>
                    <a:pt x="6442" y="2515"/>
                    <a:pt x="6442" y="2814"/>
                  </a:cubicBezTo>
                  <a:cubicBezTo>
                    <a:pt x="6442" y="3744"/>
                    <a:pt x="7205" y="4490"/>
                    <a:pt x="8117" y="4490"/>
                  </a:cubicBezTo>
                  <a:lnTo>
                    <a:pt x="11784" y="4490"/>
                  </a:lnTo>
                  <a:cubicBezTo>
                    <a:pt x="11056" y="1921"/>
                    <a:pt x="8693" y="0"/>
                    <a:pt x="5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9"/>
            <p:cNvSpPr/>
            <p:nvPr/>
          </p:nvSpPr>
          <p:spPr>
            <a:xfrm>
              <a:off x="3428780" y="3569655"/>
              <a:ext cx="19451" cy="36956"/>
            </a:xfrm>
            <a:custGeom>
              <a:rect b="b" l="l" r="r" t="t"/>
              <a:pathLst>
                <a:path extrusionOk="0" h="2234" w="1176">
                  <a:moveTo>
                    <a:pt x="59" y="0"/>
                  </a:moveTo>
                  <a:lnTo>
                    <a:pt x="59" y="1675"/>
                  </a:lnTo>
                  <a:cubicBezTo>
                    <a:pt x="59" y="1859"/>
                    <a:pt x="18" y="2046"/>
                    <a:pt x="0" y="2234"/>
                  </a:cubicBezTo>
                  <a:lnTo>
                    <a:pt x="59" y="2234"/>
                  </a:lnTo>
                  <a:cubicBezTo>
                    <a:pt x="671" y="2234"/>
                    <a:pt x="1175" y="1729"/>
                    <a:pt x="1175" y="1117"/>
                  </a:cubicBezTo>
                  <a:cubicBezTo>
                    <a:pt x="1175" y="501"/>
                    <a:pt x="671" y="0"/>
                    <a:pt x="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9"/>
            <p:cNvSpPr/>
            <p:nvPr/>
          </p:nvSpPr>
          <p:spPr>
            <a:xfrm>
              <a:off x="3245319" y="3569655"/>
              <a:ext cx="19385" cy="36956"/>
            </a:xfrm>
            <a:custGeom>
              <a:rect b="b" l="l" r="r" t="t"/>
              <a:pathLst>
                <a:path extrusionOk="0" h="2234" w="1172">
                  <a:moveTo>
                    <a:pt x="1118" y="0"/>
                  </a:moveTo>
                  <a:cubicBezTo>
                    <a:pt x="501" y="0"/>
                    <a:pt x="1" y="501"/>
                    <a:pt x="1" y="1117"/>
                  </a:cubicBezTo>
                  <a:cubicBezTo>
                    <a:pt x="1" y="1729"/>
                    <a:pt x="501" y="2234"/>
                    <a:pt x="1118" y="2234"/>
                  </a:cubicBezTo>
                  <a:lnTo>
                    <a:pt x="1171" y="2234"/>
                  </a:lnTo>
                  <a:cubicBezTo>
                    <a:pt x="1153" y="2046"/>
                    <a:pt x="1118" y="1859"/>
                    <a:pt x="1118" y="1675"/>
                  </a:cubicBez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9"/>
            <p:cNvSpPr/>
            <p:nvPr/>
          </p:nvSpPr>
          <p:spPr>
            <a:xfrm>
              <a:off x="340416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2663" y="0"/>
                  </a:moveTo>
                  <a:cubicBezTo>
                    <a:pt x="2328" y="184"/>
                    <a:pt x="1953" y="318"/>
                    <a:pt x="1547" y="318"/>
                  </a:cubicBezTo>
                  <a:lnTo>
                    <a:pt x="1229" y="318"/>
                  </a:lnTo>
                  <a:cubicBezTo>
                    <a:pt x="970" y="1041"/>
                    <a:pt x="559" y="1711"/>
                    <a:pt x="1" y="2234"/>
                  </a:cubicBezTo>
                  <a:lnTo>
                    <a:pt x="95" y="2605"/>
                  </a:lnTo>
                  <a:lnTo>
                    <a:pt x="1658" y="2810"/>
                  </a:lnTo>
                  <a:cubicBezTo>
                    <a:pt x="2011" y="2846"/>
                    <a:pt x="2346" y="2940"/>
                    <a:pt x="2663" y="3033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9"/>
            <p:cNvSpPr/>
            <p:nvPr/>
          </p:nvSpPr>
          <p:spPr>
            <a:xfrm>
              <a:off x="3245319" y="3619829"/>
              <a:ext cx="44063" cy="50190"/>
            </a:xfrm>
            <a:custGeom>
              <a:rect b="b" l="l" r="r" t="t"/>
              <a:pathLst>
                <a:path extrusionOk="0" h="3034" w="2664">
                  <a:moveTo>
                    <a:pt x="1" y="0"/>
                  </a:moveTo>
                  <a:lnTo>
                    <a:pt x="1" y="3033"/>
                  </a:lnTo>
                  <a:cubicBezTo>
                    <a:pt x="318" y="2940"/>
                    <a:pt x="653" y="2846"/>
                    <a:pt x="1006" y="2810"/>
                  </a:cubicBezTo>
                  <a:lnTo>
                    <a:pt x="2569" y="2605"/>
                  </a:lnTo>
                  <a:lnTo>
                    <a:pt x="2663" y="2234"/>
                  </a:lnTo>
                  <a:cubicBezTo>
                    <a:pt x="2105" y="1711"/>
                    <a:pt x="1694" y="1041"/>
                    <a:pt x="1435" y="318"/>
                  </a:cubicBezTo>
                  <a:lnTo>
                    <a:pt x="1118" y="318"/>
                  </a:lnTo>
                  <a:cubicBezTo>
                    <a:pt x="707" y="318"/>
                    <a:pt x="336" y="184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9"/>
            <p:cNvSpPr/>
            <p:nvPr/>
          </p:nvSpPr>
          <p:spPr>
            <a:xfrm>
              <a:off x="3282269" y="3551177"/>
              <a:ext cx="129012" cy="110487"/>
            </a:xfrm>
            <a:custGeom>
              <a:rect b="b" l="l" r="r" t="t"/>
              <a:pathLst>
                <a:path extrusionOk="0" h="6679" w="7800">
                  <a:moveTo>
                    <a:pt x="3891" y="1"/>
                  </a:moveTo>
                  <a:cubicBezTo>
                    <a:pt x="3369" y="671"/>
                    <a:pt x="2569" y="1117"/>
                    <a:pt x="1676" y="1117"/>
                  </a:cubicBezTo>
                  <a:lnTo>
                    <a:pt x="0" y="1117"/>
                  </a:lnTo>
                  <a:lnTo>
                    <a:pt x="0" y="2792"/>
                  </a:lnTo>
                  <a:cubicBezTo>
                    <a:pt x="0" y="4950"/>
                    <a:pt x="1751" y="6679"/>
                    <a:pt x="3891" y="6679"/>
                  </a:cubicBezTo>
                  <a:cubicBezTo>
                    <a:pt x="5455" y="6679"/>
                    <a:pt x="6777" y="5767"/>
                    <a:pt x="7407" y="4468"/>
                  </a:cubicBezTo>
                  <a:lnTo>
                    <a:pt x="5008" y="4468"/>
                  </a:lnTo>
                  <a:cubicBezTo>
                    <a:pt x="4709" y="4468"/>
                    <a:pt x="4450" y="4204"/>
                    <a:pt x="4450" y="3909"/>
                  </a:cubicBezTo>
                  <a:cubicBezTo>
                    <a:pt x="4450" y="3592"/>
                    <a:pt x="4709" y="3351"/>
                    <a:pt x="5008" y="3351"/>
                  </a:cubicBezTo>
                  <a:lnTo>
                    <a:pt x="7742" y="3351"/>
                  </a:lnTo>
                  <a:cubicBezTo>
                    <a:pt x="7760" y="3163"/>
                    <a:pt x="7800" y="2976"/>
                    <a:pt x="7800" y="2792"/>
                  </a:cubicBezTo>
                  <a:lnTo>
                    <a:pt x="7800" y="1117"/>
                  </a:lnTo>
                  <a:lnTo>
                    <a:pt x="6125" y="1117"/>
                  </a:lnTo>
                  <a:cubicBezTo>
                    <a:pt x="5231" y="1117"/>
                    <a:pt x="4432" y="671"/>
                    <a:pt x="3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9"/>
            <p:cNvSpPr/>
            <p:nvPr/>
          </p:nvSpPr>
          <p:spPr>
            <a:xfrm>
              <a:off x="3208385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932" y="1"/>
                  </a:moveTo>
                  <a:lnTo>
                    <a:pt x="3386" y="206"/>
                  </a:lnTo>
                  <a:cubicBezTo>
                    <a:pt x="1265" y="483"/>
                    <a:pt x="0" y="2158"/>
                    <a:pt x="0" y="4003"/>
                  </a:cubicBezTo>
                  <a:lnTo>
                    <a:pt x="0" y="6125"/>
                  </a:lnTo>
                  <a:cubicBezTo>
                    <a:pt x="0" y="6420"/>
                    <a:pt x="259" y="6683"/>
                    <a:pt x="559" y="6683"/>
                  </a:cubicBezTo>
                  <a:lnTo>
                    <a:pt x="6830" y="6683"/>
                  </a:lnTo>
                  <a:lnTo>
                    <a:pt x="49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9"/>
            <p:cNvSpPr/>
            <p:nvPr/>
          </p:nvSpPr>
          <p:spPr>
            <a:xfrm>
              <a:off x="3317664" y="3711243"/>
              <a:ext cx="58237" cy="80413"/>
            </a:xfrm>
            <a:custGeom>
              <a:rect b="b" l="l" r="r" t="t"/>
              <a:pathLst>
                <a:path extrusionOk="0" h="4861" w="3521">
                  <a:moveTo>
                    <a:pt x="0" y="0"/>
                  </a:moveTo>
                  <a:lnTo>
                    <a:pt x="1376" y="4860"/>
                  </a:lnTo>
                  <a:lnTo>
                    <a:pt x="2140" y="4860"/>
                  </a:lnTo>
                  <a:lnTo>
                    <a:pt x="3520" y="0"/>
                  </a:lnTo>
                  <a:lnTo>
                    <a:pt x="3520" y="0"/>
                  </a:lnTo>
                  <a:cubicBezTo>
                    <a:pt x="2980" y="223"/>
                    <a:pt x="2363" y="353"/>
                    <a:pt x="1751" y="353"/>
                  </a:cubicBezTo>
                  <a:cubicBezTo>
                    <a:pt x="1135" y="353"/>
                    <a:pt x="541" y="223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9"/>
            <p:cNvSpPr/>
            <p:nvPr/>
          </p:nvSpPr>
          <p:spPr>
            <a:xfrm>
              <a:off x="3305690" y="3668745"/>
              <a:ext cx="82171" cy="29876"/>
            </a:xfrm>
            <a:custGeom>
              <a:rect b="b" l="l" r="r" t="t"/>
              <a:pathLst>
                <a:path extrusionOk="0" h="1806" w="4968">
                  <a:moveTo>
                    <a:pt x="0" y="1"/>
                  </a:moveTo>
                  <a:lnTo>
                    <a:pt x="260" y="894"/>
                  </a:lnTo>
                  <a:cubicBezTo>
                    <a:pt x="782" y="1470"/>
                    <a:pt x="1600" y="1805"/>
                    <a:pt x="2475" y="1805"/>
                  </a:cubicBezTo>
                  <a:cubicBezTo>
                    <a:pt x="3369" y="1805"/>
                    <a:pt x="4186" y="1470"/>
                    <a:pt x="4709" y="894"/>
                  </a:cubicBezTo>
                  <a:lnTo>
                    <a:pt x="4968" y="18"/>
                  </a:lnTo>
                  <a:lnTo>
                    <a:pt x="4968" y="18"/>
                  </a:lnTo>
                  <a:cubicBezTo>
                    <a:pt x="4222" y="447"/>
                    <a:pt x="3369" y="688"/>
                    <a:pt x="2475" y="688"/>
                  </a:cubicBezTo>
                  <a:cubicBezTo>
                    <a:pt x="1582" y="688"/>
                    <a:pt x="742" y="42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9"/>
            <p:cNvSpPr/>
            <p:nvPr/>
          </p:nvSpPr>
          <p:spPr>
            <a:xfrm>
              <a:off x="3372180" y="3681086"/>
              <a:ext cx="112985" cy="110570"/>
            </a:xfrm>
            <a:custGeom>
              <a:rect b="b" l="l" r="r" t="t"/>
              <a:pathLst>
                <a:path extrusionOk="0" h="6684" w="6831">
                  <a:moveTo>
                    <a:pt x="4039" y="3293"/>
                  </a:moveTo>
                  <a:cubicBezTo>
                    <a:pt x="4334" y="3293"/>
                    <a:pt x="4597" y="3538"/>
                    <a:pt x="4597" y="3851"/>
                  </a:cubicBezTo>
                  <a:cubicBezTo>
                    <a:pt x="4597" y="4150"/>
                    <a:pt x="4334" y="4409"/>
                    <a:pt x="4039" y="4409"/>
                  </a:cubicBezTo>
                  <a:lnTo>
                    <a:pt x="2922" y="4409"/>
                  </a:lnTo>
                  <a:cubicBezTo>
                    <a:pt x="2605" y="4409"/>
                    <a:pt x="2364" y="4150"/>
                    <a:pt x="2364" y="3851"/>
                  </a:cubicBezTo>
                  <a:cubicBezTo>
                    <a:pt x="2364" y="3538"/>
                    <a:pt x="2605" y="3293"/>
                    <a:pt x="2922" y="3293"/>
                  </a:cubicBezTo>
                  <a:close/>
                  <a:moveTo>
                    <a:pt x="1899" y="1"/>
                  </a:moveTo>
                  <a:lnTo>
                    <a:pt x="1" y="6683"/>
                  </a:lnTo>
                  <a:lnTo>
                    <a:pt x="6272" y="6683"/>
                  </a:lnTo>
                  <a:cubicBezTo>
                    <a:pt x="6567" y="6683"/>
                    <a:pt x="6831" y="6420"/>
                    <a:pt x="6831" y="6125"/>
                  </a:cubicBezTo>
                  <a:lnTo>
                    <a:pt x="6831" y="4003"/>
                  </a:lnTo>
                  <a:cubicBezTo>
                    <a:pt x="6831" y="2158"/>
                    <a:pt x="5585" y="483"/>
                    <a:pt x="3440" y="206"/>
                  </a:cubicBezTo>
                  <a:lnTo>
                    <a:pt x="18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9" name="Google Shape;1519;p9"/>
          <p:cNvGrpSpPr/>
          <p:nvPr/>
        </p:nvGrpSpPr>
        <p:grpSpPr>
          <a:xfrm>
            <a:off x="8036500" y="3346524"/>
            <a:ext cx="774998" cy="616553"/>
            <a:chOff x="6820850" y="3048799"/>
            <a:chExt cx="774998" cy="616553"/>
          </a:xfrm>
        </p:grpSpPr>
        <p:sp>
          <p:nvSpPr>
            <p:cNvPr id="1520" name="Google Shape;1520;p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9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3" name="Google Shape;1523;p9"/>
          <p:cNvGrpSpPr/>
          <p:nvPr/>
        </p:nvGrpSpPr>
        <p:grpSpPr>
          <a:xfrm flipH="1">
            <a:off x="262101" y="1374874"/>
            <a:ext cx="948098" cy="616553"/>
            <a:chOff x="6820850" y="3048799"/>
            <a:chExt cx="948098" cy="616553"/>
          </a:xfrm>
        </p:grpSpPr>
        <p:sp>
          <p:nvSpPr>
            <p:cNvPr id="1524" name="Google Shape;1524;p9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9"/>
            <p:cNvSpPr/>
            <p:nvPr/>
          </p:nvSpPr>
          <p:spPr>
            <a:xfrm>
              <a:off x="73398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9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7" name="Google Shape;1527;p9"/>
          <p:cNvSpPr txBox="1"/>
          <p:nvPr>
            <p:ph idx="8" type="title"/>
          </p:nvPr>
        </p:nvSpPr>
        <p:spPr>
          <a:xfrm>
            <a:off x="713150" y="732775"/>
            <a:ext cx="2479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Timeline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8" name="Google Shape;1528;p9"/>
          <p:cNvSpPr txBox="1"/>
          <p:nvPr>
            <p:ph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07</a:t>
            </a:r>
            <a:endParaRPr sz="4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3" name="Google Shape;1533;p10"/>
          <p:cNvGraphicFramePr/>
          <p:nvPr/>
        </p:nvGraphicFramePr>
        <p:xfrm>
          <a:off x="1019875" y="101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{A6B4BF0C-0EE5-4B25-A8BD-BB0CFB9E0B09}</a:tableStyleId>
              </a:tblPr>
              <a:tblGrid>
                <a:gridCol w="693250"/>
                <a:gridCol w="693250"/>
                <a:gridCol w="984075"/>
                <a:gridCol w="629700"/>
                <a:gridCol w="629700"/>
                <a:gridCol w="629700"/>
                <a:gridCol w="629700"/>
                <a:gridCol w="629700"/>
                <a:gridCol w="629700"/>
                <a:gridCol w="629700"/>
                <a:gridCol w="629700"/>
              </a:tblGrid>
              <a:tr h="427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Week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222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Steps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3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6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7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8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Inception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Definition of technologies to be used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Uses cases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Architecture design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Explore the original database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Creation of the database with metadata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Implementation of the API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Development of the  website UI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34" name="Google Shape;1534;p10"/>
          <p:cNvSpPr txBox="1"/>
          <p:nvPr>
            <p:ph type="title"/>
          </p:nvPr>
        </p:nvSpPr>
        <p:spPr>
          <a:xfrm>
            <a:off x="713150" y="732775"/>
            <a:ext cx="2479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Calendar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5" name="Google Shape;1535;p10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07</a:t>
            </a:r>
            <a:endParaRPr sz="4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0" name="Google Shape;1540;p11"/>
          <p:cNvGraphicFramePr/>
          <p:nvPr/>
        </p:nvGraphicFramePr>
        <p:xfrm>
          <a:off x="1019875" y="101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{A6B4BF0C-0EE5-4B25-A8BD-BB0CFB9E0B09}</a:tableStyleId>
              </a:tblPr>
              <a:tblGrid>
                <a:gridCol w="638950"/>
                <a:gridCol w="638950"/>
                <a:gridCol w="906975"/>
                <a:gridCol w="580375"/>
                <a:gridCol w="580375"/>
                <a:gridCol w="580375"/>
                <a:gridCol w="580375"/>
                <a:gridCol w="580375"/>
                <a:gridCol w="580375"/>
                <a:gridCol w="580375"/>
                <a:gridCol w="580375"/>
                <a:gridCol w="580375"/>
              </a:tblGrid>
              <a:tr h="4276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Week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2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Steps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9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10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11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12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13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16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17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Development of the  website UI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Data prediction and outlier detection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Prototype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Metadata visualization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Analysis module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Finalization of the website UI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Deployment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270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Final Report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Catamaran"/>
                        <a:ea typeface="Catamaran"/>
                        <a:cs typeface="Catamaran"/>
                        <a:sym typeface="Catamar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41" name="Google Shape;1541;p11"/>
          <p:cNvSpPr txBox="1"/>
          <p:nvPr>
            <p:ph type="title"/>
          </p:nvPr>
        </p:nvSpPr>
        <p:spPr>
          <a:xfrm>
            <a:off x="713150" y="732775"/>
            <a:ext cx="2479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Calendar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2" name="Google Shape;1542;p11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07</a:t>
            </a:r>
            <a:endParaRPr sz="4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2"/>
          <p:cNvSpPr txBox="1"/>
          <p:nvPr>
            <p:ph type="title"/>
          </p:nvPr>
        </p:nvSpPr>
        <p:spPr>
          <a:xfrm>
            <a:off x="713150" y="732775"/>
            <a:ext cx="4516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Communication plan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8" name="Google Shape;1548;p12"/>
          <p:cNvSpPr txBox="1"/>
          <p:nvPr>
            <p:ph idx="4294967295" type="title"/>
          </p:nvPr>
        </p:nvSpPr>
        <p:spPr>
          <a:xfrm>
            <a:off x="713150" y="11400"/>
            <a:ext cx="12231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500">
                <a:solidFill>
                  <a:schemeClr val="lt1"/>
                </a:solidFill>
              </a:rPr>
              <a:t>08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1549" name="Google Shape;1549;p12"/>
          <p:cNvSpPr/>
          <p:nvPr/>
        </p:nvSpPr>
        <p:spPr>
          <a:xfrm>
            <a:off x="1145200" y="1820700"/>
            <a:ext cx="1564200" cy="150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12"/>
          <p:cNvSpPr/>
          <p:nvPr/>
        </p:nvSpPr>
        <p:spPr>
          <a:xfrm>
            <a:off x="2858600" y="1820700"/>
            <a:ext cx="1564200" cy="1502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2"/>
          <p:cNvSpPr/>
          <p:nvPr/>
        </p:nvSpPr>
        <p:spPr>
          <a:xfrm>
            <a:off x="4572000" y="1820700"/>
            <a:ext cx="1564200" cy="150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2"/>
          <p:cNvSpPr/>
          <p:nvPr/>
        </p:nvSpPr>
        <p:spPr>
          <a:xfrm>
            <a:off x="6285400" y="1820700"/>
            <a:ext cx="1564200" cy="1502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3" name="Google Shape;15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762" y="2157265"/>
            <a:ext cx="1361075" cy="765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0162" y="2366550"/>
            <a:ext cx="1361076" cy="34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3575" y="2157275"/>
            <a:ext cx="1361075" cy="76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5313" y="1751738"/>
            <a:ext cx="1576673" cy="157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1" name="Google Shape;1561;p13"/>
          <p:cNvGrpSpPr/>
          <p:nvPr/>
        </p:nvGrpSpPr>
        <p:grpSpPr>
          <a:xfrm>
            <a:off x="4059232" y="3542725"/>
            <a:ext cx="5021625" cy="1392475"/>
            <a:chOff x="1979494" y="3255025"/>
            <a:chExt cx="5021625" cy="1392475"/>
          </a:xfrm>
        </p:grpSpPr>
        <p:grpSp>
          <p:nvGrpSpPr>
            <p:cNvPr id="1562" name="Google Shape;1562;p13"/>
            <p:cNvGrpSpPr/>
            <p:nvPr/>
          </p:nvGrpSpPr>
          <p:grpSpPr>
            <a:xfrm>
              <a:off x="2518723" y="3255025"/>
              <a:ext cx="3088519" cy="762215"/>
              <a:chOff x="5552648" y="3979701"/>
              <a:chExt cx="3088519" cy="762215"/>
            </a:xfrm>
          </p:grpSpPr>
          <p:grpSp>
            <p:nvGrpSpPr>
              <p:cNvPr id="1563" name="Google Shape;1563;p13"/>
              <p:cNvGrpSpPr/>
              <p:nvPr/>
            </p:nvGrpSpPr>
            <p:grpSpPr>
              <a:xfrm flipH="1">
                <a:off x="5552648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564" name="Google Shape;1564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5" name="Google Shape;1565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6" name="Google Shape;1566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67" name="Google Shape;1567;p13"/>
              <p:cNvGrpSpPr/>
              <p:nvPr/>
            </p:nvGrpSpPr>
            <p:grpSpPr>
              <a:xfrm flipH="1">
                <a:off x="6068137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568" name="Google Shape;1568;p13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9" name="Google Shape;1569;p13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0" name="Google Shape;1570;p13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1" name="Google Shape;1571;p13"/>
              <p:cNvGrpSpPr/>
              <p:nvPr/>
            </p:nvGrpSpPr>
            <p:grpSpPr>
              <a:xfrm flipH="1">
                <a:off x="6582045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572" name="Google Shape;1572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3" name="Google Shape;1573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4" name="Google Shape;1574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5" name="Google Shape;1575;p13"/>
              <p:cNvGrpSpPr/>
              <p:nvPr/>
            </p:nvGrpSpPr>
            <p:grpSpPr>
              <a:xfrm flipH="1">
                <a:off x="7096281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576" name="Google Shape;1576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7" name="Google Shape;1577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8" name="Google Shape;1578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9" name="Google Shape;1579;p13"/>
              <p:cNvGrpSpPr/>
              <p:nvPr/>
            </p:nvGrpSpPr>
            <p:grpSpPr>
              <a:xfrm flipH="1">
                <a:off x="7611770" y="4487840"/>
                <a:ext cx="515489" cy="254076"/>
                <a:chOff x="5770418" y="419971"/>
                <a:chExt cx="627651" cy="309358"/>
              </a:xfrm>
            </p:grpSpPr>
            <p:sp>
              <p:nvSpPr>
                <p:cNvPr id="1580" name="Google Shape;1580;p13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1" name="Google Shape;1581;p13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2" name="Google Shape;1582;p13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3" name="Google Shape;1583;p13"/>
              <p:cNvGrpSpPr/>
              <p:nvPr/>
            </p:nvGrpSpPr>
            <p:grpSpPr>
              <a:xfrm flipH="1">
                <a:off x="8125678" y="4487840"/>
                <a:ext cx="515489" cy="254076"/>
                <a:chOff x="6398068" y="419971"/>
                <a:chExt cx="627651" cy="309358"/>
              </a:xfrm>
            </p:grpSpPr>
            <p:sp>
              <p:nvSpPr>
                <p:cNvPr id="1584" name="Google Shape;1584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5" name="Google Shape;1585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6" name="Google Shape;1586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7" name="Google Shape;1587;p13"/>
              <p:cNvGrpSpPr/>
              <p:nvPr/>
            </p:nvGrpSpPr>
            <p:grpSpPr>
              <a:xfrm flipH="1">
                <a:off x="6580792" y="4233770"/>
                <a:ext cx="515489" cy="254076"/>
                <a:chOff x="6398068" y="419971"/>
                <a:chExt cx="627651" cy="309358"/>
              </a:xfrm>
            </p:grpSpPr>
            <p:sp>
              <p:nvSpPr>
                <p:cNvPr id="1588" name="Google Shape;1588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9" name="Google Shape;1589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0" name="Google Shape;1590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1" name="Google Shape;1591;p13"/>
              <p:cNvGrpSpPr/>
              <p:nvPr/>
            </p:nvGrpSpPr>
            <p:grpSpPr>
              <a:xfrm flipH="1">
                <a:off x="7096281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592" name="Google Shape;1592;p13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3" name="Google Shape;1593;p13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4" name="Google Shape;1594;p13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5" name="Google Shape;1595;p13"/>
              <p:cNvGrpSpPr/>
              <p:nvPr/>
            </p:nvGrpSpPr>
            <p:grpSpPr>
              <a:xfrm flipH="1">
                <a:off x="7096281" y="3979701"/>
                <a:ext cx="515489" cy="254076"/>
                <a:chOff x="6398068" y="419971"/>
                <a:chExt cx="627651" cy="309358"/>
              </a:xfrm>
            </p:grpSpPr>
            <p:sp>
              <p:nvSpPr>
                <p:cNvPr id="1596" name="Google Shape;1596;p13"/>
                <p:cNvSpPr/>
                <p:nvPr/>
              </p:nvSpPr>
              <p:spPr>
                <a:xfrm>
                  <a:off x="639806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7" name="Google Shape;1597;p13"/>
                <p:cNvSpPr/>
                <p:nvPr/>
              </p:nvSpPr>
              <p:spPr>
                <a:xfrm>
                  <a:off x="639806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8" name="Google Shape;1598;p13"/>
                <p:cNvSpPr/>
                <p:nvPr/>
              </p:nvSpPr>
              <p:spPr>
                <a:xfrm>
                  <a:off x="644606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9" name="Google Shape;1599;p13"/>
              <p:cNvGrpSpPr/>
              <p:nvPr/>
            </p:nvGrpSpPr>
            <p:grpSpPr>
              <a:xfrm flipH="1">
                <a:off x="7611770" y="4233770"/>
                <a:ext cx="515489" cy="254076"/>
                <a:chOff x="5770418" y="419971"/>
                <a:chExt cx="627651" cy="309358"/>
              </a:xfrm>
            </p:grpSpPr>
            <p:sp>
              <p:nvSpPr>
                <p:cNvPr id="1600" name="Google Shape;1600;p13"/>
                <p:cNvSpPr/>
                <p:nvPr/>
              </p:nvSpPr>
              <p:spPr>
                <a:xfrm>
                  <a:off x="5770418" y="419971"/>
                  <a:ext cx="627651" cy="309358"/>
                </a:xfrm>
                <a:custGeom>
                  <a:rect b="b" l="l" r="r" t="t"/>
                  <a:pathLst>
                    <a:path extrusionOk="0" h="1489" w="3021">
                      <a:moveTo>
                        <a:pt x="1" y="1"/>
                      </a:moveTo>
                      <a:lnTo>
                        <a:pt x="1" y="1489"/>
                      </a:lnTo>
                      <a:lnTo>
                        <a:pt x="3021" y="148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1" name="Google Shape;1601;p13"/>
                <p:cNvSpPr/>
                <p:nvPr/>
              </p:nvSpPr>
              <p:spPr>
                <a:xfrm>
                  <a:off x="5770418" y="419971"/>
                  <a:ext cx="627651" cy="16413"/>
                </a:xfrm>
                <a:custGeom>
                  <a:rect b="b" l="l" r="r" t="t"/>
                  <a:pathLst>
                    <a:path extrusionOk="0" h="79" w="3021">
                      <a:moveTo>
                        <a:pt x="1" y="1"/>
                      </a:moveTo>
                      <a:lnTo>
                        <a:pt x="1" y="79"/>
                      </a:lnTo>
                      <a:lnTo>
                        <a:pt x="3021" y="79"/>
                      </a:lnTo>
                      <a:lnTo>
                        <a:pt x="302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2" name="Google Shape;1602;p13"/>
                <p:cNvSpPr/>
                <p:nvPr/>
              </p:nvSpPr>
              <p:spPr>
                <a:xfrm>
                  <a:off x="5818412" y="449266"/>
                  <a:ext cx="538105" cy="251393"/>
                </a:xfrm>
                <a:custGeom>
                  <a:rect b="b" l="l" r="r" t="t"/>
                  <a:pathLst>
                    <a:path extrusionOk="0" h="1210" w="2590">
                      <a:moveTo>
                        <a:pt x="0" y="1"/>
                      </a:moveTo>
                      <a:lnTo>
                        <a:pt x="0" y="1210"/>
                      </a:lnTo>
                      <a:lnTo>
                        <a:pt x="63" y="1210"/>
                      </a:lnTo>
                      <a:lnTo>
                        <a:pt x="63" y="1"/>
                      </a:lnTo>
                      <a:close/>
                      <a:moveTo>
                        <a:pt x="279" y="1"/>
                      </a:moveTo>
                      <a:lnTo>
                        <a:pt x="279" y="1210"/>
                      </a:lnTo>
                      <a:lnTo>
                        <a:pt x="342" y="1210"/>
                      </a:lnTo>
                      <a:lnTo>
                        <a:pt x="342" y="1"/>
                      </a:lnTo>
                      <a:close/>
                      <a:moveTo>
                        <a:pt x="558" y="1"/>
                      </a:moveTo>
                      <a:lnTo>
                        <a:pt x="558" y="1210"/>
                      </a:lnTo>
                      <a:lnTo>
                        <a:pt x="621" y="1210"/>
                      </a:lnTo>
                      <a:lnTo>
                        <a:pt x="621" y="1"/>
                      </a:lnTo>
                      <a:close/>
                      <a:moveTo>
                        <a:pt x="837" y="1"/>
                      </a:moveTo>
                      <a:lnTo>
                        <a:pt x="837" y="1210"/>
                      </a:lnTo>
                      <a:lnTo>
                        <a:pt x="900" y="1210"/>
                      </a:lnTo>
                      <a:lnTo>
                        <a:pt x="900" y="1"/>
                      </a:lnTo>
                      <a:close/>
                      <a:moveTo>
                        <a:pt x="1116" y="1"/>
                      </a:moveTo>
                      <a:lnTo>
                        <a:pt x="1116" y="1210"/>
                      </a:lnTo>
                      <a:lnTo>
                        <a:pt x="1179" y="1210"/>
                      </a:lnTo>
                      <a:lnTo>
                        <a:pt x="1179" y="1"/>
                      </a:lnTo>
                      <a:close/>
                      <a:moveTo>
                        <a:pt x="1395" y="1"/>
                      </a:moveTo>
                      <a:lnTo>
                        <a:pt x="1395" y="1210"/>
                      </a:lnTo>
                      <a:lnTo>
                        <a:pt x="1458" y="1210"/>
                      </a:lnTo>
                      <a:lnTo>
                        <a:pt x="1458" y="1"/>
                      </a:lnTo>
                      <a:close/>
                      <a:moveTo>
                        <a:pt x="1674" y="1"/>
                      </a:moveTo>
                      <a:lnTo>
                        <a:pt x="1674" y="1210"/>
                      </a:lnTo>
                      <a:lnTo>
                        <a:pt x="1737" y="1210"/>
                      </a:lnTo>
                      <a:lnTo>
                        <a:pt x="1737" y="1"/>
                      </a:lnTo>
                      <a:close/>
                      <a:moveTo>
                        <a:pt x="1953" y="1"/>
                      </a:moveTo>
                      <a:lnTo>
                        <a:pt x="1953" y="1210"/>
                      </a:lnTo>
                      <a:lnTo>
                        <a:pt x="2016" y="1210"/>
                      </a:lnTo>
                      <a:lnTo>
                        <a:pt x="2016" y="1"/>
                      </a:lnTo>
                      <a:close/>
                      <a:moveTo>
                        <a:pt x="2247" y="1"/>
                      </a:moveTo>
                      <a:lnTo>
                        <a:pt x="2247" y="1210"/>
                      </a:lnTo>
                      <a:lnTo>
                        <a:pt x="2310" y="1210"/>
                      </a:lnTo>
                      <a:lnTo>
                        <a:pt x="2310" y="1"/>
                      </a:lnTo>
                      <a:close/>
                      <a:moveTo>
                        <a:pt x="2526" y="1"/>
                      </a:moveTo>
                      <a:lnTo>
                        <a:pt x="2526" y="1210"/>
                      </a:lnTo>
                      <a:lnTo>
                        <a:pt x="2589" y="1210"/>
                      </a:lnTo>
                      <a:lnTo>
                        <a:pt x="258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3" name="Google Shape;1603;p13"/>
            <p:cNvGrpSpPr/>
            <p:nvPr/>
          </p:nvGrpSpPr>
          <p:grpSpPr>
            <a:xfrm>
              <a:off x="1979494" y="3769637"/>
              <a:ext cx="5021625" cy="877863"/>
              <a:chOff x="1800243" y="3665725"/>
              <a:chExt cx="5617030" cy="981950"/>
            </a:xfrm>
          </p:grpSpPr>
          <p:sp>
            <p:nvSpPr>
              <p:cNvPr id="1604" name="Google Shape;1604;p13"/>
              <p:cNvSpPr/>
              <p:nvPr/>
            </p:nvSpPr>
            <p:spPr>
              <a:xfrm>
                <a:off x="1800243" y="3665725"/>
                <a:ext cx="5617030" cy="981949"/>
              </a:xfrm>
              <a:custGeom>
                <a:rect b="b" l="l" r="r" t="t"/>
                <a:pathLst>
                  <a:path extrusionOk="0" h="7812" w="44686">
                    <a:moveTo>
                      <a:pt x="35509" y="0"/>
                    </a:moveTo>
                    <a:lnTo>
                      <a:pt x="34240" y="1273"/>
                    </a:lnTo>
                    <a:cubicBezTo>
                      <a:pt x="33682" y="1830"/>
                      <a:pt x="32920" y="2139"/>
                      <a:pt x="32131" y="2139"/>
                    </a:cubicBezTo>
                    <a:lnTo>
                      <a:pt x="3798" y="2139"/>
                    </a:lnTo>
                    <a:lnTo>
                      <a:pt x="2139" y="871"/>
                    </a:lnTo>
                    <a:lnTo>
                      <a:pt x="0" y="871"/>
                    </a:lnTo>
                    <a:lnTo>
                      <a:pt x="1659" y="7068"/>
                    </a:lnTo>
                    <a:cubicBezTo>
                      <a:pt x="1786" y="7518"/>
                      <a:pt x="2173" y="7812"/>
                      <a:pt x="2623" y="7812"/>
                    </a:cubicBezTo>
                    <a:lnTo>
                      <a:pt x="40192" y="7812"/>
                    </a:lnTo>
                    <a:lnTo>
                      <a:pt x="41260" y="4185"/>
                    </a:lnTo>
                    <a:cubicBezTo>
                      <a:pt x="41568" y="3103"/>
                      <a:pt x="42219" y="2158"/>
                      <a:pt x="43119" y="1488"/>
                    </a:cubicBezTo>
                    <a:lnTo>
                      <a:pt x="44485" y="484"/>
                    </a:lnTo>
                    <a:cubicBezTo>
                      <a:pt x="44685" y="328"/>
                      <a:pt x="44578" y="0"/>
                      <a:pt x="443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13"/>
              <p:cNvSpPr/>
              <p:nvPr/>
            </p:nvSpPr>
            <p:spPr>
              <a:xfrm>
                <a:off x="1940523" y="3792429"/>
                <a:ext cx="5361734" cy="855246"/>
              </a:xfrm>
              <a:custGeom>
                <a:rect b="b" l="l" r="r" t="t"/>
                <a:pathLst>
                  <a:path extrusionOk="0" h="6804" w="42655">
                    <a:moveTo>
                      <a:pt x="42654" y="0"/>
                    </a:moveTo>
                    <a:cubicBezTo>
                      <a:pt x="39894" y="636"/>
                      <a:pt x="39415" y="3642"/>
                      <a:pt x="38533" y="4341"/>
                    </a:cubicBezTo>
                    <a:cubicBezTo>
                      <a:pt x="38261" y="4560"/>
                      <a:pt x="35409" y="4640"/>
                      <a:pt x="31361" y="4640"/>
                    </a:cubicBezTo>
                    <a:cubicBezTo>
                      <a:pt x="21064" y="4640"/>
                      <a:pt x="3028" y="4121"/>
                      <a:pt x="0" y="4033"/>
                    </a:cubicBezTo>
                    <a:lnTo>
                      <a:pt x="0" y="4033"/>
                    </a:lnTo>
                    <a:lnTo>
                      <a:pt x="543" y="6060"/>
                    </a:lnTo>
                    <a:cubicBezTo>
                      <a:pt x="670" y="6510"/>
                      <a:pt x="1057" y="6804"/>
                      <a:pt x="1507" y="6804"/>
                    </a:cubicBezTo>
                    <a:lnTo>
                      <a:pt x="39076" y="6804"/>
                    </a:lnTo>
                    <a:lnTo>
                      <a:pt x="40144" y="3177"/>
                    </a:lnTo>
                    <a:cubicBezTo>
                      <a:pt x="40452" y="2095"/>
                      <a:pt x="41103" y="1150"/>
                      <a:pt x="42003" y="480"/>
                    </a:cubicBezTo>
                    <a:lnTo>
                      <a:pt x="426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13"/>
              <p:cNvSpPr/>
              <p:nvPr/>
            </p:nvSpPr>
            <p:spPr>
              <a:xfrm>
                <a:off x="1973707" y="4423682"/>
                <a:ext cx="4944661" cy="223993"/>
              </a:xfrm>
              <a:custGeom>
                <a:rect b="b" l="l" r="r" t="t"/>
                <a:pathLst>
                  <a:path extrusionOk="0" h="1782" w="39337">
                    <a:moveTo>
                      <a:pt x="0" y="0"/>
                    </a:moveTo>
                    <a:lnTo>
                      <a:pt x="279" y="1038"/>
                    </a:lnTo>
                    <a:cubicBezTo>
                      <a:pt x="406" y="1473"/>
                      <a:pt x="793" y="1782"/>
                      <a:pt x="1243" y="1782"/>
                    </a:cubicBezTo>
                    <a:lnTo>
                      <a:pt x="38812" y="1782"/>
                    </a:lnTo>
                    <a:lnTo>
                      <a:pt x="393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13"/>
              <p:cNvSpPr/>
              <p:nvPr/>
            </p:nvSpPr>
            <p:spPr>
              <a:xfrm>
                <a:off x="6306669" y="3695139"/>
                <a:ext cx="239458" cy="35195"/>
              </a:xfrm>
              <a:custGeom>
                <a:rect b="b" l="l" r="r" t="t"/>
                <a:pathLst>
                  <a:path extrusionOk="0" h="280" w="1905">
                    <a:moveTo>
                      <a:pt x="138" y="1"/>
                    </a:moveTo>
                    <a:cubicBezTo>
                      <a:pt x="63" y="1"/>
                      <a:pt x="0" y="64"/>
                      <a:pt x="0" y="138"/>
                    </a:cubicBezTo>
                    <a:cubicBezTo>
                      <a:pt x="0" y="216"/>
                      <a:pt x="63" y="280"/>
                      <a:pt x="138" y="280"/>
                    </a:cubicBezTo>
                    <a:lnTo>
                      <a:pt x="1767" y="280"/>
                    </a:lnTo>
                    <a:cubicBezTo>
                      <a:pt x="1845" y="280"/>
                      <a:pt x="1905" y="216"/>
                      <a:pt x="1905" y="138"/>
                    </a:cubicBezTo>
                    <a:cubicBezTo>
                      <a:pt x="1905" y="64"/>
                      <a:pt x="1845" y="1"/>
                      <a:pt x="17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13"/>
              <p:cNvSpPr/>
              <p:nvPr/>
            </p:nvSpPr>
            <p:spPr>
              <a:xfrm>
                <a:off x="6616140" y="3695139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57" y="1"/>
                    </a:moveTo>
                    <a:cubicBezTo>
                      <a:pt x="79" y="1"/>
                      <a:pt x="1" y="64"/>
                      <a:pt x="1" y="138"/>
                    </a:cubicBezTo>
                    <a:cubicBezTo>
                      <a:pt x="1" y="216"/>
                      <a:pt x="79" y="280"/>
                      <a:pt x="157" y="280"/>
                    </a:cubicBezTo>
                    <a:lnTo>
                      <a:pt x="1767" y="280"/>
                    </a:lnTo>
                    <a:cubicBezTo>
                      <a:pt x="1846" y="280"/>
                      <a:pt x="1909" y="216"/>
                      <a:pt x="1909" y="138"/>
                    </a:cubicBezTo>
                    <a:cubicBezTo>
                      <a:pt x="1909" y="64"/>
                      <a:pt x="1846" y="1"/>
                      <a:pt x="17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13"/>
              <p:cNvSpPr/>
              <p:nvPr/>
            </p:nvSpPr>
            <p:spPr>
              <a:xfrm>
                <a:off x="6927998" y="3695139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4" y="1"/>
                      <a:pt x="1" y="64"/>
                      <a:pt x="1" y="138"/>
                    </a:cubicBezTo>
                    <a:cubicBezTo>
                      <a:pt x="1" y="216"/>
                      <a:pt x="64" y="280"/>
                      <a:pt x="142" y="280"/>
                    </a:cubicBezTo>
                    <a:lnTo>
                      <a:pt x="1768" y="280"/>
                    </a:lnTo>
                    <a:cubicBezTo>
                      <a:pt x="1846" y="280"/>
                      <a:pt x="1909" y="216"/>
                      <a:pt x="1909" y="138"/>
                    </a:cubicBezTo>
                    <a:cubicBezTo>
                      <a:pt x="1909" y="64"/>
                      <a:pt x="1846" y="1"/>
                      <a:pt x="1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13"/>
              <p:cNvSpPr/>
              <p:nvPr/>
            </p:nvSpPr>
            <p:spPr>
              <a:xfrm>
                <a:off x="2320636" y="3997190"/>
                <a:ext cx="239458" cy="35195"/>
              </a:xfrm>
              <a:custGeom>
                <a:rect b="b" l="l" r="r" t="t"/>
                <a:pathLst>
                  <a:path extrusionOk="0" h="280" w="1905">
                    <a:moveTo>
                      <a:pt x="138" y="1"/>
                    </a:moveTo>
                    <a:cubicBezTo>
                      <a:pt x="64" y="1"/>
                      <a:pt x="0" y="60"/>
                      <a:pt x="0" y="138"/>
                    </a:cubicBezTo>
                    <a:cubicBezTo>
                      <a:pt x="0" y="216"/>
                      <a:pt x="64" y="280"/>
                      <a:pt x="138" y="280"/>
                    </a:cubicBezTo>
                    <a:lnTo>
                      <a:pt x="1752" y="280"/>
                    </a:lnTo>
                    <a:cubicBezTo>
                      <a:pt x="1830" y="280"/>
                      <a:pt x="1905" y="216"/>
                      <a:pt x="1905" y="138"/>
                    </a:cubicBezTo>
                    <a:cubicBezTo>
                      <a:pt x="1905" y="60"/>
                      <a:pt x="1830" y="1"/>
                      <a:pt x="1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13"/>
              <p:cNvSpPr/>
              <p:nvPr/>
            </p:nvSpPr>
            <p:spPr>
              <a:xfrm>
                <a:off x="2630106" y="3997190"/>
                <a:ext cx="240087" cy="35195"/>
              </a:xfrm>
              <a:custGeom>
                <a:rect b="b" l="l" r="r" t="t"/>
                <a:pathLst>
                  <a:path extrusionOk="0" h="280" w="1910">
                    <a:moveTo>
                      <a:pt x="142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42" y="280"/>
                    </a:cubicBezTo>
                    <a:lnTo>
                      <a:pt x="1768" y="280"/>
                    </a:lnTo>
                    <a:cubicBezTo>
                      <a:pt x="1846" y="280"/>
                      <a:pt x="1909" y="216"/>
                      <a:pt x="1909" y="138"/>
                    </a:cubicBezTo>
                    <a:cubicBezTo>
                      <a:pt x="1909" y="60"/>
                      <a:pt x="1846" y="1"/>
                      <a:pt x="1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13"/>
              <p:cNvSpPr/>
              <p:nvPr/>
            </p:nvSpPr>
            <p:spPr>
              <a:xfrm>
                <a:off x="2941965" y="3997190"/>
                <a:ext cx="240087" cy="35195"/>
              </a:xfrm>
              <a:custGeom>
                <a:rect b="b" l="l" r="r" t="t"/>
                <a:pathLst>
                  <a:path extrusionOk="0" h="280" w="1910">
                    <a:moveTo>
                      <a:pt x="142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42" y="280"/>
                    </a:cubicBezTo>
                    <a:lnTo>
                      <a:pt x="1753" y="280"/>
                    </a:lnTo>
                    <a:cubicBezTo>
                      <a:pt x="1831" y="280"/>
                      <a:pt x="1909" y="216"/>
                      <a:pt x="1909" y="138"/>
                    </a:cubicBezTo>
                    <a:cubicBezTo>
                      <a:pt x="1909" y="60"/>
                      <a:pt x="1831" y="1"/>
                      <a:pt x="17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13"/>
              <p:cNvSpPr/>
              <p:nvPr/>
            </p:nvSpPr>
            <p:spPr>
              <a:xfrm>
                <a:off x="3255709" y="3997190"/>
                <a:ext cx="239584" cy="35195"/>
              </a:xfrm>
              <a:custGeom>
                <a:rect b="b" l="l" r="r" t="t"/>
                <a:pathLst>
                  <a:path extrusionOk="0" h="280" w="1906">
                    <a:moveTo>
                      <a:pt x="138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38" y="280"/>
                    </a:cubicBezTo>
                    <a:lnTo>
                      <a:pt x="1753" y="280"/>
                    </a:lnTo>
                    <a:cubicBezTo>
                      <a:pt x="1831" y="280"/>
                      <a:pt x="1905" y="216"/>
                      <a:pt x="1905" y="138"/>
                    </a:cubicBezTo>
                    <a:cubicBezTo>
                      <a:pt x="1905" y="60"/>
                      <a:pt x="1831" y="1"/>
                      <a:pt x="17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13"/>
              <p:cNvSpPr/>
              <p:nvPr/>
            </p:nvSpPr>
            <p:spPr>
              <a:xfrm>
                <a:off x="3565305" y="3997190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4" y="1"/>
                      <a:pt x="0" y="60"/>
                      <a:pt x="0" y="138"/>
                    </a:cubicBezTo>
                    <a:cubicBezTo>
                      <a:pt x="0" y="216"/>
                      <a:pt x="64" y="280"/>
                      <a:pt x="142" y="280"/>
                    </a:cubicBezTo>
                    <a:lnTo>
                      <a:pt x="1767" y="280"/>
                    </a:lnTo>
                    <a:cubicBezTo>
                      <a:pt x="1845" y="280"/>
                      <a:pt x="1909" y="216"/>
                      <a:pt x="1909" y="138"/>
                    </a:cubicBezTo>
                    <a:cubicBezTo>
                      <a:pt x="1909" y="60"/>
                      <a:pt x="1845" y="1"/>
                      <a:pt x="17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13"/>
              <p:cNvSpPr/>
              <p:nvPr/>
            </p:nvSpPr>
            <p:spPr>
              <a:xfrm>
                <a:off x="3877164" y="3997190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4" y="1"/>
                      <a:pt x="0" y="60"/>
                      <a:pt x="0" y="138"/>
                    </a:cubicBezTo>
                    <a:cubicBezTo>
                      <a:pt x="0" y="216"/>
                      <a:pt x="64" y="280"/>
                      <a:pt x="142" y="280"/>
                    </a:cubicBezTo>
                    <a:lnTo>
                      <a:pt x="1752" y="280"/>
                    </a:lnTo>
                    <a:cubicBezTo>
                      <a:pt x="1830" y="280"/>
                      <a:pt x="1909" y="216"/>
                      <a:pt x="1909" y="138"/>
                    </a:cubicBezTo>
                    <a:cubicBezTo>
                      <a:pt x="1909" y="60"/>
                      <a:pt x="1830" y="1"/>
                      <a:pt x="1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13"/>
              <p:cNvSpPr/>
              <p:nvPr/>
            </p:nvSpPr>
            <p:spPr>
              <a:xfrm>
                <a:off x="4190908" y="3997190"/>
                <a:ext cx="239458" cy="35195"/>
              </a:xfrm>
              <a:custGeom>
                <a:rect b="b" l="l" r="r" t="t"/>
                <a:pathLst>
                  <a:path extrusionOk="0" h="280" w="1905">
                    <a:moveTo>
                      <a:pt x="138" y="1"/>
                    </a:moveTo>
                    <a:cubicBezTo>
                      <a:pt x="64" y="1"/>
                      <a:pt x="0" y="60"/>
                      <a:pt x="0" y="138"/>
                    </a:cubicBezTo>
                    <a:cubicBezTo>
                      <a:pt x="0" y="216"/>
                      <a:pt x="64" y="280"/>
                      <a:pt x="138" y="280"/>
                    </a:cubicBezTo>
                    <a:lnTo>
                      <a:pt x="1752" y="280"/>
                    </a:lnTo>
                    <a:cubicBezTo>
                      <a:pt x="1830" y="280"/>
                      <a:pt x="1905" y="216"/>
                      <a:pt x="1905" y="138"/>
                    </a:cubicBezTo>
                    <a:cubicBezTo>
                      <a:pt x="1905" y="60"/>
                      <a:pt x="1830" y="1"/>
                      <a:pt x="1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13"/>
              <p:cNvSpPr/>
              <p:nvPr/>
            </p:nvSpPr>
            <p:spPr>
              <a:xfrm>
                <a:off x="4500378" y="3997190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42" y="280"/>
                    </a:cubicBezTo>
                    <a:lnTo>
                      <a:pt x="1768" y="280"/>
                    </a:lnTo>
                    <a:cubicBezTo>
                      <a:pt x="1846" y="280"/>
                      <a:pt x="1909" y="216"/>
                      <a:pt x="1909" y="138"/>
                    </a:cubicBezTo>
                    <a:cubicBezTo>
                      <a:pt x="1909" y="60"/>
                      <a:pt x="1846" y="1"/>
                      <a:pt x="1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13"/>
              <p:cNvSpPr/>
              <p:nvPr/>
            </p:nvSpPr>
            <p:spPr>
              <a:xfrm>
                <a:off x="4812237" y="3997190"/>
                <a:ext cx="240087" cy="35195"/>
              </a:xfrm>
              <a:custGeom>
                <a:rect b="b" l="l" r="r" t="t"/>
                <a:pathLst>
                  <a:path extrusionOk="0" h="280" w="1910">
                    <a:moveTo>
                      <a:pt x="142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42" y="280"/>
                    </a:cubicBezTo>
                    <a:lnTo>
                      <a:pt x="1753" y="280"/>
                    </a:lnTo>
                    <a:cubicBezTo>
                      <a:pt x="1831" y="280"/>
                      <a:pt x="1909" y="216"/>
                      <a:pt x="1909" y="138"/>
                    </a:cubicBezTo>
                    <a:cubicBezTo>
                      <a:pt x="1909" y="60"/>
                      <a:pt x="1831" y="1"/>
                      <a:pt x="17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13"/>
              <p:cNvSpPr/>
              <p:nvPr/>
            </p:nvSpPr>
            <p:spPr>
              <a:xfrm>
                <a:off x="5125981" y="3997190"/>
                <a:ext cx="239584" cy="35195"/>
              </a:xfrm>
              <a:custGeom>
                <a:rect b="b" l="l" r="r" t="t"/>
                <a:pathLst>
                  <a:path extrusionOk="0" h="280" w="1906">
                    <a:moveTo>
                      <a:pt x="138" y="1"/>
                    </a:moveTo>
                    <a:cubicBezTo>
                      <a:pt x="64" y="1"/>
                      <a:pt x="1" y="60"/>
                      <a:pt x="1" y="138"/>
                    </a:cubicBezTo>
                    <a:cubicBezTo>
                      <a:pt x="1" y="216"/>
                      <a:pt x="64" y="280"/>
                      <a:pt x="138" y="280"/>
                    </a:cubicBezTo>
                    <a:lnTo>
                      <a:pt x="1753" y="280"/>
                    </a:lnTo>
                    <a:cubicBezTo>
                      <a:pt x="1831" y="280"/>
                      <a:pt x="1905" y="216"/>
                      <a:pt x="1905" y="138"/>
                    </a:cubicBezTo>
                    <a:cubicBezTo>
                      <a:pt x="1905" y="60"/>
                      <a:pt x="1831" y="1"/>
                      <a:pt x="17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13"/>
              <p:cNvSpPr/>
              <p:nvPr/>
            </p:nvSpPr>
            <p:spPr>
              <a:xfrm>
                <a:off x="5435577" y="3997190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3" y="1"/>
                      <a:pt x="0" y="60"/>
                      <a:pt x="0" y="138"/>
                    </a:cubicBezTo>
                    <a:cubicBezTo>
                      <a:pt x="0" y="216"/>
                      <a:pt x="63" y="280"/>
                      <a:pt x="142" y="280"/>
                    </a:cubicBezTo>
                    <a:lnTo>
                      <a:pt x="1767" y="280"/>
                    </a:lnTo>
                    <a:cubicBezTo>
                      <a:pt x="1845" y="280"/>
                      <a:pt x="1908" y="216"/>
                      <a:pt x="1908" y="138"/>
                    </a:cubicBezTo>
                    <a:cubicBezTo>
                      <a:pt x="1908" y="60"/>
                      <a:pt x="1845" y="1"/>
                      <a:pt x="17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13"/>
              <p:cNvSpPr/>
              <p:nvPr/>
            </p:nvSpPr>
            <p:spPr>
              <a:xfrm>
                <a:off x="5747436" y="3997190"/>
                <a:ext cx="239961" cy="35195"/>
              </a:xfrm>
              <a:custGeom>
                <a:rect b="b" l="l" r="r" t="t"/>
                <a:pathLst>
                  <a:path extrusionOk="0" h="280" w="1909">
                    <a:moveTo>
                      <a:pt x="142" y="1"/>
                    </a:moveTo>
                    <a:cubicBezTo>
                      <a:pt x="64" y="1"/>
                      <a:pt x="0" y="60"/>
                      <a:pt x="0" y="138"/>
                    </a:cubicBezTo>
                    <a:cubicBezTo>
                      <a:pt x="0" y="216"/>
                      <a:pt x="64" y="280"/>
                      <a:pt x="142" y="280"/>
                    </a:cubicBezTo>
                    <a:lnTo>
                      <a:pt x="1752" y="280"/>
                    </a:lnTo>
                    <a:cubicBezTo>
                      <a:pt x="1830" y="280"/>
                      <a:pt x="1909" y="216"/>
                      <a:pt x="1909" y="138"/>
                    </a:cubicBezTo>
                    <a:cubicBezTo>
                      <a:pt x="1909" y="60"/>
                      <a:pt x="1830" y="1"/>
                      <a:pt x="17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2" name="Google Shape;1622;p13"/>
          <p:cNvGrpSpPr/>
          <p:nvPr/>
        </p:nvGrpSpPr>
        <p:grpSpPr>
          <a:xfrm>
            <a:off x="62500" y="4691024"/>
            <a:ext cx="9018344" cy="390052"/>
            <a:chOff x="62500" y="4683850"/>
            <a:chExt cx="9018344" cy="390052"/>
          </a:xfrm>
        </p:grpSpPr>
        <p:sp>
          <p:nvSpPr>
            <p:cNvPr id="1623" name="Google Shape;1623;p13"/>
            <p:cNvSpPr/>
            <p:nvPr/>
          </p:nvSpPr>
          <p:spPr>
            <a:xfrm>
              <a:off x="62500" y="4683850"/>
              <a:ext cx="9018344" cy="121197"/>
            </a:xfrm>
            <a:custGeom>
              <a:rect b="b" l="l" r="r" t="t"/>
              <a:pathLst>
                <a:path extrusionOk="0" h="774" w="57593">
                  <a:moveTo>
                    <a:pt x="1781" y="1"/>
                  </a:moveTo>
                  <a:cubicBezTo>
                    <a:pt x="1512" y="1"/>
                    <a:pt x="1243" y="64"/>
                    <a:pt x="1020" y="191"/>
                  </a:cubicBezTo>
                  <a:cubicBezTo>
                    <a:pt x="756" y="339"/>
                    <a:pt x="435" y="452"/>
                    <a:pt x="0" y="452"/>
                  </a:cubicBezTo>
                  <a:lnTo>
                    <a:pt x="0" y="773"/>
                  </a:lnTo>
                  <a:lnTo>
                    <a:pt x="57592" y="773"/>
                  </a:lnTo>
                  <a:lnTo>
                    <a:pt x="57592" y="452"/>
                  </a:lnTo>
                  <a:cubicBezTo>
                    <a:pt x="57249" y="452"/>
                    <a:pt x="56837" y="339"/>
                    <a:pt x="56576" y="191"/>
                  </a:cubicBezTo>
                  <a:cubicBezTo>
                    <a:pt x="56352" y="64"/>
                    <a:pt x="56077" y="1"/>
                    <a:pt x="55803" y="1"/>
                  </a:cubicBezTo>
                  <a:cubicBezTo>
                    <a:pt x="55530" y="1"/>
                    <a:pt x="55258" y="64"/>
                    <a:pt x="55040" y="191"/>
                  </a:cubicBezTo>
                  <a:cubicBezTo>
                    <a:pt x="54776" y="339"/>
                    <a:pt x="54432" y="452"/>
                    <a:pt x="54009" y="452"/>
                  </a:cubicBezTo>
                  <a:cubicBezTo>
                    <a:pt x="53575" y="452"/>
                    <a:pt x="53231" y="339"/>
                    <a:pt x="52968" y="191"/>
                  </a:cubicBezTo>
                  <a:cubicBezTo>
                    <a:pt x="52750" y="64"/>
                    <a:pt x="52478" y="1"/>
                    <a:pt x="52205" y="1"/>
                  </a:cubicBezTo>
                  <a:cubicBezTo>
                    <a:pt x="51932" y="1"/>
                    <a:pt x="51657" y="64"/>
                    <a:pt x="51434" y="191"/>
                  </a:cubicBezTo>
                  <a:cubicBezTo>
                    <a:pt x="51170" y="339"/>
                    <a:pt x="50827" y="452"/>
                    <a:pt x="50393" y="452"/>
                  </a:cubicBezTo>
                  <a:cubicBezTo>
                    <a:pt x="49967" y="452"/>
                    <a:pt x="49623" y="339"/>
                    <a:pt x="49362" y="191"/>
                  </a:cubicBezTo>
                  <a:cubicBezTo>
                    <a:pt x="49138" y="64"/>
                    <a:pt x="48863" y="1"/>
                    <a:pt x="48590" y="1"/>
                  </a:cubicBezTo>
                  <a:cubicBezTo>
                    <a:pt x="48317" y="1"/>
                    <a:pt x="48045" y="64"/>
                    <a:pt x="47826" y="191"/>
                  </a:cubicBezTo>
                  <a:cubicBezTo>
                    <a:pt x="47562" y="339"/>
                    <a:pt x="47219" y="452"/>
                    <a:pt x="46785" y="452"/>
                  </a:cubicBezTo>
                  <a:cubicBezTo>
                    <a:pt x="46350" y="452"/>
                    <a:pt x="46018" y="339"/>
                    <a:pt x="45754" y="191"/>
                  </a:cubicBezTo>
                  <a:cubicBezTo>
                    <a:pt x="45532" y="64"/>
                    <a:pt x="45257" y="1"/>
                    <a:pt x="44982" y="1"/>
                  </a:cubicBezTo>
                  <a:cubicBezTo>
                    <a:pt x="44707" y="1"/>
                    <a:pt x="44432" y="64"/>
                    <a:pt x="44210" y="191"/>
                  </a:cubicBezTo>
                  <a:cubicBezTo>
                    <a:pt x="43946" y="339"/>
                    <a:pt x="43613" y="452"/>
                    <a:pt x="43179" y="452"/>
                  </a:cubicBezTo>
                  <a:cubicBezTo>
                    <a:pt x="42742" y="452"/>
                    <a:pt x="42399" y="339"/>
                    <a:pt x="42135" y="191"/>
                  </a:cubicBezTo>
                  <a:cubicBezTo>
                    <a:pt x="41918" y="64"/>
                    <a:pt x="41647" y="1"/>
                    <a:pt x="41374" y="1"/>
                  </a:cubicBezTo>
                  <a:cubicBezTo>
                    <a:pt x="41100" y="1"/>
                    <a:pt x="40826" y="64"/>
                    <a:pt x="40602" y="191"/>
                  </a:cubicBezTo>
                  <a:cubicBezTo>
                    <a:pt x="40338" y="339"/>
                    <a:pt x="39994" y="452"/>
                    <a:pt x="39571" y="452"/>
                  </a:cubicBezTo>
                  <a:cubicBezTo>
                    <a:pt x="39137" y="452"/>
                    <a:pt x="38794" y="339"/>
                    <a:pt x="38530" y="191"/>
                  </a:cubicBezTo>
                  <a:cubicBezTo>
                    <a:pt x="38306" y="64"/>
                    <a:pt x="38031" y="1"/>
                    <a:pt x="37758" y="1"/>
                  </a:cubicBezTo>
                  <a:cubicBezTo>
                    <a:pt x="37485" y="1"/>
                    <a:pt x="37213" y="64"/>
                    <a:pt x="36996" y="191"/>
                  </a:cubicBezTo>
                  <a:cubicBezTo>
                    <a:pt x="36733" y="339"/>
                    <a:pt x="36389" y="452"/>
                    <a:pt x="35952" y="452"/>
                  </a:cubicBezTo>
                  <a:cubicBezTo>
                    <a:pt x="35518" y="452"/>
                    <a:pt x="35185" y="339"/>
                    <a:pt x="34922" y="191"/>
                  </a:cubicBezTo>
                  <a:cubicBezTo>
                    <a:pt x="34699" y="64"/>
                    <a:pt x="34424" y="1"/>
                    <a:pt x="34149" y="1"/>
                  </a:cubicBezTo>
                  <a:cubicBezTo>
                    <a:pt x="33875" y="1"/>
                    <a:pt x="33600" y="64"/>
                    <a:pt x="33377" y="191"/>
                  </a:cubicBezTo>
                  <a:cubicBezTo>
                    <a:pt x="33113" y="339"/>
                    <a:pt x="32781" y="452"/>
                    <a:pt x="32347" y="452"/>
                  </a:cubicBezTo>
                  <a:cubicBezTo>
                    <a:pt x="31913" y="452"/>
                    <a:pt x="31569" y="339"/>
                    <a:pt x="31305" y="191"/>
                  </a:cubicBezTo>
                  <a:cubicBezTo>
                    <a:pt x="31087" y="64"/>
                    <a:pt x="30818" y="1"/>
                    <a:pt x="30549" y="1"/>
                  </a:cubicBezTo>
                  <a:cubicBezTo>
                    <a:pt x="30280" y="1"/>
                    <a:pt x="30011" y="64"/>
                    <a:pt x="29794" y="191"/>
                  </a:cubicBezTo>
                  <a:cubicBezTo>
                    <a:pt x="29530" y="339"/>
                    <a:pt x="29220" y="441"/>
                    <a:pt x="28796" y="452"/>
                  </a:cubicBezTo>
                  <a:cubicBezTo>
                    <a:pt x="28464" y="441"/>
                    <a:pt x="28052" y="339"/>
                    <a:pt x="27802" y="191"/>
                  </a:cubicBezTo>
                  <a:cubicBezTo>
                    <a:pt x="27578" y="64"/>
                    <a:pt x="27306" y="1"/>
                    <a:pt x="27034" y="1"/>
                  </a:cubicBezTo>
                  <a:cubicBezTo>
                    <a:pt x="26762" y="1"/>
                    <a:pt x="26490" y="64"/>
                    <a:pt x="26266" y="191"/>
                  </a:cubicBezTo>
                  <a:cubicBezTo>
                    <a:pt x="26005" y="339"/>
                    <a:pt x="25672" y="452"/>
                    <a:pt x="25235" y="452"/>
                  </a:cubicBezTo>
                  <a:cubicBezTo>
                    <a:pt x="24801" y="452"/>
                    <a:pt x="24457" y="339"/>
                    <a:pt x="24194" y="191"/>
                  </a:cubicBezTo>
                  <a:cubicBezTo>
                    <a:pt x="23976" y="64"/>
                    <a:pt x="23704" y="1"/>
                    <a:pt x="23431" y="1"/>
                  </a:cubicBezTo>
                  <a:cubicBezTo>
                    <a:pt x="23158" y="1"/>
                    <a:pt x="22883" y="64"/>
                    <a:pt x="22660" y="191"/>
                  </a:cubicBezTo>
                  <a:cubicBezTo>
                    <a:pt x="22396" y="339"/>
                    <a:pt x="22053" y="452"/>
                    <a:pt x="21630" y="452"/>
                  </a:cubicBezTo>
                  <a:cubicBezTo>
                    <a:pt x="21196" y="452"/>
                    <a:pt x="20852" y="339"/>
                    <a:pt x="20588" y="191"/>
                  </a:cubicBezTo>
                  <a:cubicBezTo>
                    <a:pt x="20370" y="64"/>
                    <a:pt x="20098" y="1"/>
                    <a:pt x="19824" y="1"/>
                  </a:cubicBezTo>
                  <a:cubicBezTo>
                    <a:pt x="19551" y="1"/>
                    <a:pt x="19276" y="64"/>
                    <a:pt x="19052" y="191"/>
                  </a:cubicBezTo>
                  <a:cubicBezTo>
                    <a:pt x="18791" y="339"/>
                    <a:pt x="18448" y="452"/>
                    <a:pt x="18011" y="452"/>
                  </a:cubicBezTo>
                  <a:cubicBezTo>
                    <a:pt x="17587" y="452"/>
                    <a:pt x="17244" y="339"/>
                    <a:pt x="16980" y="191"/>
                  </a:cubicBezTo>
                  <a:cubicBezTo>
                    <a:pt x="16758" y="64"/>
                    <a:pt x="16483" y="1"/>
                    <a:pt x="16208" y="1"/>
                  </a:cubicBezTo>
                  <a:cubicBezTo>
                    <a:pt x="15933" y="1"/>
                    <a:pt x="15658" y="64"/>
                    <a:pt x="15436" y="191"/>
                  </a:cubicBezTo>
                  <a:cubicBezTo>
                    <a:pt x="15183" y="339"/>
                    <a:pt x="14840" y="452"/>
                    <a:pt x="14405" y="452"/>
                  </a:cubicBezTo>
                  <a:cubicBezTo>
                    <a:pt x="13968" y="452"/>
                    <a:pt x="13639" y="339"/>
                    <a:pt x="13375" y="191"/>
                  </a:cubicBezTo>
                  <a:cubicBezTo>
                    <a:pt x="13151" y="64"/>
                    <a:pt x="12876" y="1"/>
                    <a:pt x="12601" y="1"/>
                  </a:cubicBezTo>
                  <a:cubicBezTo>
                    <a:pt x="12326" y="1"/>
                    <a:pt x="12052" y="64"/>
                    <a:pt x="11828" y="191"/>
                  </a:cubicBezTo>
                  <a:cubicBezTo>
                    <a:pt x="11564" y="339"/>
                    <a:pt x="11234" y="452"/>
                    <a:pt x="10797" y="452"/>
                  </a:cubicBezTo>
                  <a:cubicBezTo>
                    <a:pt x="10363" y="452"/>
                    <a:pt x="10020" y="339"/>
                    <a:pt x="9756" y="191"/>
                  </a:cubicBezTo>
                  <a:cubicBezTo>
                    <a:pt x="9539" y="64"/>
                    <a:pt x="9267" y="1"/>
                    <a:pt x="8993" y="1"/>
                  </a:cubicBezTo>
                  <a:cubicBezTo>
                    <a:pt x="8720" y="1"/>
                    <a:pt x="8445" y="64"/>
                    <a:pt x="8222" y="191"/>
                  </a:cubicBezTo>
                  <a:cubicBezTo>
                    <a:pt x="7959" y="339"/>
                    <a:pt x="7615" y="452"/>
                    <a:pt x="7181" y="452"/>
                  </a:cubicBezTo>
                  <a:cubicBezTo>
                    <a:pt x="6755" y="452"/>
                    <a:pt x="6411" y="339"/>
                    <a:pt x="6150" y="191"/>
                  </a:cubicBezTo>
                  <a:cubicBezTo>
                    <a:pt x="5926" y="64"/>
                    <a:pt x="5652" y="1"/>
                    <a:pt x="5377" y="1"/>
                  </a:cubicBezTo>
                  <a:cubicBezTo>
                    <a:pt x="5102" y="1"/>
                    <a:pt x="4827" y="64"/>
                    <a:pt x="4603" y="191"/>
                  </a:cubicBezTo>
                  <a:cubicBezTo>
                    <a:pt x="4351" y="339"/>
                    <a:pt x="4007" y="452"/>
                    <a:pt x="3573" y="452"/>
                  </a:cubicBezTo>
                  <a:cubicBezTo>
                    <a:pt x="3139" y="452"/>
                    <a:pt x="2806" y="339"/>
                    <a:pt x="2542" y="191"/>
                  </a:cubicBezTo>
                  <a:cubicBezTo>
                    <a:pt x="2320" y="64"/>
                    <a:pt x="2050" y="1"/>
                    <a:pt x="1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62500" y="4707180"/>
              <a:ext cx="9018344" cy="366722"/>
            </a:xfrm>
            <a:custGeom>
              <a:rect b="b" l="l" r="r" t="t"/>
              <a:pathLst>
                <a:path extrusionOk="0" h="2342" w="57593">
                  <a:moveTo>
                    <a:pt x="1781" y="0"/>
                  </a:moveTo>
                  <a:cubicBezTo>
                    <a:pt x="1512" y="0"/>
                    <a:pt x="1243" y="64"/>
                    <a:pt x="1020" y="190"/>
                  </a:cubicBezTo>
                  <a:cubicBezTo>
                    <a:pt x="756" y="338"/>
                    <a:pt x="435" y="454"/>
                    <a:pt x="0" y="454"/>
                  </a:cubicBezTo>
                  <a:lnTo>
                    <a:pt x="0" y="624"/>
                  </a:lnTo>
                  <a:lnTo>
                    <a:pt x="0" y="762"/>
                  </a:lnTo>
                  <a:lnTo>
                    <a:pt x="0" y="2342"/>
                  </a:lnTo>
                  <a:lnTo>
                    <a:pt x="57592" y="2342"/>
                  </a:lnTo>
                  <a:lnTo>
                    <a:pt x="57592" y="762"/>
                  </a:lnTo>
                  <a:lnTo>
                    <a:pt x="57592" y="624"/>
                  </a:lnTo>
                  <a:lnTo>
                    <a:pt x="57592" y="454"/>
                  </a:lnTo>
                  <a:cubicBezTo>
                    <a:pt x="57249" y="454"/>
                    <a:pt x="56837" y="338"/>
                    <a:pt x="56576" y="190"/>
                  </a:cubicBezTo>
                  <a:cubicBezTo>
                    <a:pt x="56352" y="64"/>
                    <a:pt x="56077" y="0"/>
                    <a:pt x="55803" y="0"/>
                  </a:cubicBezTo>
                  <a:cubicBezTo>
                    <a:pt x="55530" y="0"/>
                    <a:pt x="55258" y="64"/>
                    <a:pt x="55040" y="190"/>
                  </a:cubicBezTo>
                  <a:cubicBezTo>
                    <a:pt x="54776" y="338"/>
                    <a:pt x="54432" y="454"/>
                    <a:pt x="54009" y="454"/>
                  </a:cubicBezTo>
                  <a:cubicBezTo>
                    <a:pt x="53575" y="454"/>
                    <a:pt x="53231" y="338"/>
                    <a:pt x="52968" y="190"/>
                  </a:cubicBezTo>
                  <a:cubicBezTo>
                    <a:pt x="52750" y="64"/>
                    <a:pt x="52478" y="0"/>
                    <a:pt x="52205" y="0"/>
                  </a:cubicBezTo>
                  <a:cubicBezTo>
                    <a:pt x="51932" y="0"/>
                    <a:pt x="51657" y="64"/>
                    <a:pt x="51434" y="190"/>
                  </a:cubicBezTo>
                  <a:cubicBezTo>
                    <a:pt x="51170" y="338"/>
                    <a:pt x="50827" y="454"/>
                    <a:pt x="50393" y="454"/>
                  </a:cubicBezTo>
                  <a:cubicBezTo>
                    <a:pt x="49967" y="454"/>
                    <a:pt x="49623" y="338"/>
                    <a:pt x="49362" y="190"/>
                  </a:cubicBezTo>
                  <a:cubicBezTo>
                    <a:pt x="49138" y="64"/>
                    <a:pt x="48863" y="0"/>
                    <a:pt x="48590" y="0"/>
                  </a:cubicBezTo>
                  <a:cubicBezTo>
                    <a:pt x="48317" y="0"/>
                    <a:pt x="48045" y="64"/>
                    <a:pt x="47826" y="190"/>
                  </a:cubicBezTo>
                  <a:cubicBezTo>
                    <a:pt x="47562" y="338"/>
                    <a:pt x="47219" y="454"/>
                    <a:pt x="46785" y="454"/>
                  </a:cubicBezTo>
                  <a:cubicBezTo>
                    <a:pt x="46350" y="454"/>
                    <a:pt x="46018" y="338"/>
                    <a:pt x="45754" y="190"/>
                  </a:cubicBezTo>
                  <a:cubicBezTo>
                    <a:pt x="45532" y="64"/>
                    <a:pt x="45257" y="0"/>
                    <a:pt x="44982" y="0"/>
                  </a:cubicBezTo>
                  <a:cubicBezTo>
                    <a:pt x="44707" y="0"/>
                    <a:pt x="44432" y="64"/>
                    <a:pt x="44210" y="190"/>
                  </a:cubicBezTo>
                  <a:cubicBezTo>
                    <a:pt x="43946" y="338"/>
                    <a:pt x="43613" y="454"/>
                    <a:pt x="43179" y="454"/>
                  </a:cubicBezTo>
                  <a:cubicBezTo>
                    <a:pt x="42742" y="454"/>
                    <a:pt x="42399" y="338"/>
                    <a:pt x="42135" y="190"/>
                  </a:cubicBezTo>
                  <a:cubicBezTo>
                    <a:pt x="41918" y="64"/>
                    <a:pt x="41647" y="0"/>
                    <a:pt x="41374" y="0"/>
                  </a:cubicBezTo>
                  <a:cubicBezTo>
                    <a:pt x="41100" y="0"/>
                    <a:pt x="40826" y="64"/>
                    <a:pt x="40602" y="190"/>
                  </a:cubicBezTo>
                  <a:cubicBezTo>
                    <a:pt x="40338" y="338"/>
                    <a:pt x="39994" y="454"/>
                    <a:pt x="39571" y="454"/>
                  </a:cubicBezTo>
                  <a:cubicBezTo>
                    <a:pt x="39137" y="454"/>
                    <a:pt x="38794" y="338"/>
                    <a:pt x="38530" y="190"/>
                  </a:cubicBezTo>
                  <a:cubicBezTo>
                    <a:pt x="38306" y="64"/>
                    <a:pt x="38031" y="0"/>
                    <a:pt x="37758" y="0"/>
                  </a:cubicBezTo>
                  <a:cubicBezTo>
                    <a:pt x="37485" y="0"/>
                    <a:pt x="37213" y="64"/>
                    <a:pt x="36996" y="190"/>
                  </a:cubicBezTo>
                  <a:cubicBezTo>
                    <a:pt x="36733" y="338"/>
                    <a:pt x="36389" y="454"/>
                    <a:pt x="35952" y="454"/>
                  </a:cubicBezTo>
                  <a:cubicBezTo>
                    <a:pt x="35518" y="454"/>
                    <a:pt x="35185" y="338"/>
                    <a:pt x="34922" y="190"/>
                  </a:cubicBezTo>
                  <a:cubicBezTo>
                    <a:pt x="34699" y="64"/>
                    <a:pt x="34424" y="0"/>
                    <a:pt x="34149" y="0"/>
                  </a:cubicBezTo>
                  <a:cubicBezTo>
                    <a:pt x="33875" y="0"/>
                    <a:pt x="33600" y="64"/>
                    <a:pt x="33377" y="190"/>
                  </a:cubicBezTo>
                  <a:cubicBezTo>
                    <a:pt x="33113" y="338"/>
                    <a:pt x="32781" y="454"/>
                    <a:pt x="32347" y="454"/>
                  </a:cubicBezTo>
                  <a:cubicBezTo>
                    <a:pt x="31913" y="454"/>
                    <a:pt x="31569" y="338"/>
                    <a:pt x="31305" y="190"/>
                  </a:cubicBezTo>
                  <a:cubicBezTo>
                    <a:pt x="31087" y="64"/>
                    <a:pt x="30818" y="0"/>
                    <a:pt x="30549" y="0"/>
                  </a:cubicBezTo>
                  <a:cubicBezTo>
                    <a:pt x="30280" y="0"/>
                    <a:pt x="30011" y="64"/>
                    <a:pt x="29794" y="190"/>
                  </a:cubicBezTo>
                  <a:cubicBezTo>
                    <a:pt x="29530" y="338"/>
                    <a:pt x="29220" y="440"/>
                    <a:pt x="28796" y="454"/>
                  </a:cubicBezTo>
                  <a:cubicBezTo>
                    <a:pt x="28464" y="440"/>
                    <a:pt x="28052" y="338"/>
                    <a:pt x="27802" y="190"/>
                  </a:cubicBezTo>
                  <a:cubicBezTo>
                    <a:pt x="27578" y="64"/>
                    <a:pt x="27306" y="0"/>
                    <a:pt x="27034" y="0"/>
                  </a:cubicBezTo>
                  <a:cubicBezTo>
                    <a:pt x="26762" y="0"/>
                    <a:pt x="26490" y="64"/>
                    <a:pt x="26266" y="190"/>
                  </a:cubicBezTo>
                  <a:cubicBezTo>
                    <a:pt x="26005" y="338"/>
                    <a:pt x="25672" y="454"/>
                    <a:pt x="25235" y="454"/>
                  </a:cubicBezTo>
                  <a:cubicBezTo>
                    <a:pt x="24801" y="454"/>
                    <a:pt x="24457" y="338"/>
                    <a:pt x="24194" y="190"/>
                  </a:cubicBezTo>
                  <a:cubicBezTo>
                    <a:pt x="23976" y="64"/>
                    <a:pt x="23704" y="0"/>
                    <a:pt x="23431" y="0"/>
                  </a:cubicBezTo>
                  <a:cubicBezTo>
                    <a:pt x="23158" y="0"/>
                    <a:pt x="22883" y="64"/>
                    <a:pt x="22660" y="190"/>
                  </a:cubicBezTo>
                  <a:cubicBezTo>
                    <a:pt x="22396" y="338"/>
                    <a:pt x="22053" y="454"/>
                    <a:pt x="21630" y="454"/>
                  </a:cubicBezTo>
                  <a:cubicBezTo>
                    <a:pt x="21196" y="454"/>
                    <a:pt x="20852" y="338"/>
                    <a:pt x="20588" y="190"/>
                  </a:cubicBezTo>
                  <a:cubicBezTo>
                    <a:pt x="20370" y="64"/>
                    <a:pt x="20098" y="0"/>
                    <a:pt x="19824" y="0"/>
                  </a:cubicBezTo>
                  <a:cubicBezTo>
                    <a:pt x="19551" y="0"/>
                    <a:pt x="19276" y="64"/>
                    <a:pt x="19052" y="190"/>
                  </a:cubicBezTo>
                  <a:cubicBezTo>
                    <a:pt x="18791" y="338"/>
                    <a:pt x="18448" y="454"/>
                    <a:pt x="18011" y="454"/>
                  </a:cubicBezTo>
                  <a:cubicBezTo>
                    <a:pt x="17587" y="454"/>
                    <a:pt x="17244" y="338"/>
                    <a:pt x="16980" y="190"/>
                  </a:cubicBezTo>
                  <a:cubicBezTo>
                    <a:pt x="16758" y="64"/>
                    <a:pt x="16483" y="0"/>
                    <a:pt x="16208" y="0"/>
                  </a:cubicBezTo>
                  <a:cubicBezTo>
                    <a:pt x="15933" y="0"/>
                    <a:pt x="15658" y="64"/>
                    <a:pt x="15436" y="190"/>
                  </a:cubicBezTo>
                  <a:cubicBezTo>
                    <a:pt x="15183" y="338"/>
                    <a:pt x="14840" y="454"/>
                    <a:pt x="14405" y="454"/>
                  </a:cubicBezTo>
                  <a:cubicBezTo>
                    <a:pt x="13968" y="454"/>
                    <a:pt x="13639" y="338"/>
                    <a:pt x="13375" y="190"/>
                  </a:cubicBezTo>
                  <a:cubicBezTo>
                    <a:pt x="13151" y="64"/>
                    <a:pt x="12876" y="0"/>
                    <a:pt x="12601" y="0"/>
                  </a:cubicBezTo>
                  <a:cubicBezTo>
                    <a:pt x="12326" y="0"/>
                    <a:pt x="12052" y="64"/>
                    <a:pt x="11828" y="190"/>
                  </a:cubicBezTo>
                  <a:cubicBezTo>
                    <a:pt x="11564" y="338"/>
                    <a:pt x="11234" y="454"/>
                    <a:pt x="10797" y="454"/>
                  </a:cubicBezTo>
                  <a:cubicBezTo>
                    <a:pt x="10363" y="454"/>
                    <a:pt x="10020" y="338"/>
                    <a:pt x="9756" y="190"/>
                  </a:cubicBezTo>
                  <a:cubicBezTo>
                    <a:pt x="9539" y="64"/>
                    <a:pt x="9267" y="0"/>
                    <a:pt x="8993" y="0"/>
                  </a:cubicBezTo>
                  <a:cubicBezTo>
                    <a:pt x="8720" y="0"/>
                    <a:pt x="8445" y="64"/>
                    <a:pt x="8222" y="190"/>
                  </a:cubicBezTo>
                  <a:cubicBezTo>
                    <a:pt x="7959" y="338"/>
                    <a:pt x="7615" y="454"/>
                    <a:pt x="7181" y="454"/>
                  </a:cubicBezTo>
                  <a:cubicBezTo>
                    <a:pt x="6755" y="454"/>
                    <a:pt x="6411" y="338"/>
                    <a:pt x="6150" y="190"/>
                  </a:cubicBezTo>
                  <a:cubicBezTo>
                    <a:pt x="5926" y="64"/>
                    <a:pt x="5652" y="0"/>
                    <a:pt x="5377" y="0"/>
                  </a:cubicBezTo>
                  <a:cubicBezTo>
                    <a:pt x="5102" y="0"/>
                    <a:pt x="4827" y="64"/>
                    <a:pt x="4603" y="190"/>
                  </a:cubicBezTo>
                  <a:cubicBezTo>
                    <a:pt x="4351" y="338"/>
                    <a:pt x="4007" y="454"/>
                    <a:pt x="3573" y="454"/>
                  </a:cubicBezTo>
                  <a:cubicBezTo>
                    <a:pt x="3139" y="454"/>
                    <a:pt x="2806" y="338"/>
                    <a:pt x="2542" y="190"/>
                  </a:cubicBezTo>
                  <a:cubicBezTo>
                    <a:pt x="2320" y="64"/>
                    <a:pt x="2050" y="0"/>
                    <a:pt x="1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5" name="Google Shape;1625;p13"/>
          <p:cNvGrpSpPr/>
          <p:nvPr/>
        </p:nvGrpSpPr>
        <p:grpSpPr>
          <a:xfrm>
            <a:off x="7694000" y="768849"/>
            <a:ext cx="774998" cy="616553"/>
            <a:chOff x="6820850" y="3048799"/>
            <a:chExt cx="774998" cy="616553"/>
          </a:xfrm>
        </p:grpSpPr>
        <p:sp>
          <p:nvSpPr>
            <p:cNvPr id="1626" name="Google Shape;1626;p13"/>
            <p:cNvSpPr/>
            <p:nvPr/>
          </p:nvSpPr>
          <p:spPr>
            <a:xfrm>
              <a:off x="6820850" y="3221823"/>
              <a:ext cx="299145" cy="177258"/>
            </a:xfrm>
            <a:custGeom>
              <a:rect b="b" l="l" r="r" t="t"/>
              <a:pathLst>
                <a:path extrusionOk="0" h="2370" w="3999">
                  <a:moveTo>
                    <a:pt x="1983" y="0"/>
                  </a:moveTo>
                  <a:cubicBezTo>
                    <a:pt x="1533" y="0"/>
                    <a:pt x="1176" y="357"/>
                    <a:pt x="1146" y="789"/>
                  </a:cubicBezTo>
                  <a:cubicBezTo>
                    <a:pt x="1053" y="744"/>
                    <a:pt x="945" y="714"/>
                    <a:pt x="837" y="714"/>
                  </a:cubicBezTo>
                  <a:cubicBezTo>
                    <a:pt x="372" y="714"/>
                    <a:pt x="0" y="1086"/>
                    <a:pt x="0" y="1551"/>
                  </a:cubicBezTo>
                  <a:cubicBezTo>
                    <a:pt x="0" y="1998"/>
                    <a:pt x="372" y="2370"/>
                    <a:pt x="837" y="2370"/>
                  </a:cubicBezTo>
                  <a:lnTo>
                    <a:pt x="3240" y="2370"/>
                  </a:lnTo>
                  <a:cubicBezTo>
                    <a:pt x="3672" y="2340"/>
                    <a:pt x="3999" y="1983"/>
                    <a:pt x="3999" y="1551"/>
                  </a:cubicBezTo>
                  <a:cubicBezTo>
                    <a:pt x="3999" y="1086"/>
                    <a:pt x="3627" y="714"/>
                    <a:pt x="3177" y="714"/>
                  </a:cubicBezTo>
                  <a:cubicBezTo>
                    <a:pt x="3035" y="714"/>
                    <a:pt x="2913" y="744"/>
                    <a:pt x="2805" y="807"/>
                  </a:cubicBezTo>
                  <a:cubicBezTo>
                    <a:pt x="2790" y="357"/>
                    <a:pt x="2433" y="0"/>
                    <a:pt x="1983" y="0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3"/>
            <p:cNvSpPr/>
            <p:nvPr/>
          </p:nvSpPr>
          <p:spPr>
            <a:xfrm>
              <a:off x="7166767" y="3048799"/>
              <a:ext cx="429081" cy="253771"/>
            </a:xfrm>
            <a:custGeom>
              <a:rect b="b" l="l" r="r" t="t"/>
              <a:pathLst>
                <a:path extrusionOk="0" h="3393" w="5736">
                  <a:moveTo>
                    <a:pt x="2835" y="1"/>
                  </a:moveTo>
                  <a:cubicBezTo>
                    <a:pt x="2202" y="1"/>
                    <a:pt x="1689" y="495"/>
                    <a:pt x="1659" y="1116"/>
                  </a:cubicBezTo>
                  <a:cubicBezTo>
                    <a:pt x="1503" y="1053"/>
                    <a:pt x="1347" y="1023"/>
                    <a:pt x="1194" y="1023"/>
                  </a:cubicBezTo>
                  <a:cubicBezTo>
                    <a:pt x="543" y="1023"/>
                    <a:pt x="0" y="1548"/>
                    <a:pt x="0" y="2199"/>
                  </a:cubicBezTo>
                  <a:cubicBezTo>
                    <a:pt x="0" y="2850"/>
                    <a:pt x="543" y="3393"/>
                    <a:pt x="1194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52" y="3333"/>
                    <a:pt x="5736" y="2820"/>
                    <a:pt x="5736" y="2199"/>
                  </a:cubicBezTo>
                  <a:cubicBezTo>
                    <a:pt x="5736" y="1548"/>
                    <a:pt x="5193" y="1023"/>
                    <a:pt x="4542" y="1023"/>
                  </a:cubicBezTo>
                  <a:cubicBezTo>
                    <a:pt x="4356" y="1023"/>
                    <a:pt x="4170" y="1068"/>
                    <a:pt x="4014" y="1146"/>
                  </a:cubicBezTo>
                  <a:cubicBezTo>
                    <a:pt x="3999" y="510"/>
                    <a:pt x="3471" y="1"/>
                    <a:pt x="2835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3"/>
            <p:cNvSpPr/>
            <p:nvPr/>
          </p:nvSpPr>
          <p:spPr>
            <a:xfrm>
              <a:off x="7026722" y="3411581"/>
              <a:ext cx="428034" cy="253771"/>
            </a:xfrm>
            <a:custGeom>
              <a:rect b="b" l="l" r="r" t="t"/>
              <a:pathLst>
                <a:path extrusionOk="0" h="3393" w="5722">
                  <a:moveTo>
                    <a:pt x="2824" y="1"/>
                  </a:moveTo>
                  <a:cubicBezTo>
                    <a:pt x="2188" y="1"/>
                    <a:pt x="1674" y="495"/>
                    <a:pt x="1644" y="1116"/>
                  </a:cubicBezTo>
                  <a:cubicBezTo>
                    <a:pt x="1503" y="1053"/>
                    <a:pt x="1336" y="1023"/>
                    <a:pt x="1179" y="1023"/>
                  </a:cubicBezTo>
                  <a:cubicBezTo>
                    <a:pt x="529" y="1023"/>
                    <a:pt x="0" y="1548"/>
                    <a:pt x="0" y="2199"/>
                  </a:cubicBezTo>
                  <a:cubicBezTo>
                    <a:pt x="0" y="2850"/>
                    <a:pt x="529" y="3393"/>
                    <a:pt x="1179" y="3393"/>
                  </a:cubicBezTo>
                  <a:lnTo>
                    <a:pt x="4635" y="3393"/>
                  </a:lnTo>
                  <a:lnTo>
                    <a:pt x="4635" y="3378"/>
                  </a:lnTo>
                  <a:cubicBezTo>
                    <a:pt x="5241" y="3333"/>
                    <a:pt x="5721" y="2820"/>
                    <a:pt x="5721" y="2199"/>
                  </a:cubicBezTo>
                  <a:cubicBezTo>
                    <a:pt x="5721" y="1548"/>
                    <a:pt x="5193" y="1023"/>
                    <a:pt x="4527" y="1023"/>
                  </a:cubicBezTo>
                  <a:cubicBezTo>
                    <a:pt x="4341" y="1023"/>
                    <a:pt x="4155" y="1068"/>
                    <a:pt x="3999" y="1146"/>
                  </a:cubicBezTo>
                  <a:cubicBezTo>
                    <a:pt x="3984" y="510"/>
                    <a:pt x="3456" y="1"/>
                    <a:pt x="2824" y="1"/>
                  </a:cubicBezTo>
                  <a:close/>
                </a:path>
              </a:pathLst>
            </a:custGeom>
            <a:solidFill>
              <a:srgbClr val="5BC6C6">
                <a:alpha val="6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9" name="Google Shape;1629;p13"/>
          <p:cNvSpPr txBox="1"/>
          <p:nvPr>
            <p:ph idx="4294967295" type="ctrTitle"/>
          </p:nvPr>
        </p:nvSpPr>
        <p:spPr>
          <a:xfrm>
            <a:off x="713150" y="534310"/>
            <a:ext cx="38637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</a:pPr>
            <a:r>
              <a:rPr b="1" i="0" lang="en" sz="34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Thanks!</a:t>
            </a:r>
            <a:endParaRPr b="1" i="0" sz="34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630" name="Google Shape;16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450" y="3148613"/>
            <a:ext cx="1315825" cy="131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3"/>
          <p:cNvSpPr txBox="1"/>
          <p:nvPr>
            <p:ph idx="4294967295" type="ctrTitle"/>
          </p:nvPr>
        </p:nvSpPr>
        <p:spPr>
          <a:xfrm>
            <a:off x="269600" y="3426423"/>
            <a:ext cx="30573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Open Data Portal</a:t>
            </a:r>
            <a:endParaRPr b="1" i="0" sz="1800" u="none" cap="none" strike="noStrike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Port Management</a:t>
            </a:r>
            <a:endParaRPr b="1" i="0" sz="1800" u="none" cap="none" strike="noStrike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632" name="Google Shape;16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829" y="1441875"/>
            <a:ext cx="2462675" cy="24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713" y="205022"/>
            <a:ext cx="3473938" cy="174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9800" y="1699625"/>
            <a:ext cx="3473976" cy="174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rgo Ship Logistics Consulting by Slidesgo">
  <a:themeElements>
    <a:clrScheme name="Simple Light">
      <a:dk1>
        <a:srgbClr val="17253F"/>
      </a:dk1>
      <a:lt1>
        <a:srgbClr val="3790A5"/>
      </a:lt1>
      <a:dk2>
        <a:srgbClr val="F3F2F7"/>
      </a:dk2>
      <a:lt2>
        <a:srgbClr val="2A395A"/>
      </a:lt2>
      <a:accent1>
        <a:srgbClr val="5BC6C6"/>
      </a:accent1>
      <a:accent2>
        <a:srgbClr val="B23F3F"/>
      </a:accent2>
      <a:accent3>
        <a:srgbClr val="E8635C"/>
      </a:accent3>
      <a:accent4>
        <a:srgbClr val="E2982B"/>
      </a:accent4>
      <a:accent5>
        <a:srgbClr val="FECE74"/>
      </a:accent5>
      <a:accent6>
        <a:srgbClr val="FFFFFF"/>
      </a:accent6>
      <a:hlink>
        <a:srgbClr val="1725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argo Ship Logistics Consulting by Slidesgo">
  <a:themeElements>
    <a:clrScheme name="Simple Light">
      <a:dk1>
        <a:srgbClr val="17253F"/>
      </a:dk1>
      <a:lt1>
        <a:srgbClr val="3790A5"/>
      </a:lt1>
      <a:dk2>
        <a:srgbClr val="F3F2F7"/>
      </a:dk2>
      <a:lt2>
        <a:srgbClr val="2A395A"/>
      </a:lt2>
      <a:accent1>
        <a:srgbClr val="5BC6C6"/>
      </a:accent1>
      <a:accent2>
        <a:srgbClr val="B23F3F"/>
      </a:accent2>
      <a:accent3>
        <a:srgbClr val="E8635C"/>
      </a:accent3>
      <a:accent4>
        <a:srgbClr val="E2982B"/>
      </a:accent4>
      <a:accent5>
        <a:srgbClr val="FECE74"/>
      </a:accent5>
      <a:accent6>
        <a:srgbClr val="FFFFFF"/>
      </a:accent6>
      <a:hlink>
        <a:srgbClr val="1725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